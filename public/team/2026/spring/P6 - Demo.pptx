
<file path=[Content_Types].xml><?xml version="1.0" encoding="utf-8"?>
<Types xmlns="http://schemas.openxmlformats.org/package/2006/content-types">
  <Default Extension="jpeg" ContentType="image/jpeg"/>
  <Default Extension="m4a" ContentType="audio/mp4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9"/>
  </p:notesMasterIdLst>
  <p:sldIdLst>
    <p:sldId id="256" r:id="rId2"/>
    <p:sldId id="266" r:id="rId3"/>
    <p:sldId id="267" r:id="rId4"/>
    <p:sldId id="265" r:id="rId5"/>
    <p:sldId id="269" r:id="rId6"/>
    <p:sldId id="27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3F9"/>
    <a:srgbClr val="DFF1F7"/>
    <a:srgbClr val="0A6D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8"/>
  </p:normalViewPr>
  <p:slideViewPr>
    <p:cSldViewPr snapToGrid="0">
      <p:cViewPr varScale="1">
        <p:scale>
          <a:sx n="117" d="100"/>
          <a:sy n="117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, Richard" userId="S::ryoung318@gatech.edu::1fc0294d-22c9-43a2-80f9-28210cc1d610" providerId="AD" clId="Web-{92782ABA-2B38-CCF2-2BBF-110832ED284A}"/>
    <pc:docChg chg="delSld modSld sldOrd">
      <pc:chgData name="Young, Richard" userId="S::ryoung318@gatech.edu::1fc0294d-22c9-43a2-80f9-28210cc1d610" providerId="AD" clId="Web-{92782ABA-2B38-CCF2-2BBF-110832ED284A}" dt="2026-03-29T13:41:22.761" v="19" actId="1076"/>
      <pc:docMkLst>
        <pc:docMk/>
      </pc:docMkLst>
      <pc:sldChg chg="modSp ord">
        <pc:chgData name="Young, Richard" userId="S::ryoung318@gatech.edu::1fc0294d-22c9-43a2-80f9-28210cc1d610" providerId="AD" clId="Web-{92782ABA-2B38-CCF2-2BBF-110832ED284A}" dt="2026-03-29T13:34:52.242" v="10" actId="1076"/>
        <pc:sldMkLst>
          <pc:docMk/>
          <pc:sldMk cId="1395184558" sldId="265"/>
        </pc:sldMkLst>
        <pc:spChg chg="mod">
          <ac:chgData name="Young, Richard" userId="S::ryoung318@gatech.edu::1fc0294d-22c9-43a2-80f9-28210cc1d610" providerId="AD" clId="Web-{92782ABA-2B38-CCF2-2BBF-110832ED284A}" dt="2026-03-29T13:34:52.242" v="10" actId="1076"/>
          <ac:spMkLst>
            <pc:docMk/>
            <pc:sldMk cId="1395184558" sldId="265"/>
            <ac:spMk id="2" creationId="{A4989E51-2F75-EA01-411C-0D6A8EE5ECCF}"/>
          </ac:spMkLst>
        </pc:spChg>
      </pc:sldChg>
      <pc:sldChg chg="addSp delSp modSp addAnim">
        <pc:chgData name="Young, Richard" userId="S::ryoung318@gatech.edu::1fc0294d-22c9-43a2-80f9-28210cc1d610" providerId="AD" clId="Web-{92782ABA-2B38-CCF2-2BBF-110832ED284A}" dt="2026-03-29T13:41:22.761" v="19" actId="1076"/>
        <pc:sldMkLst>
          <pc:docMk/>
          <pc:sldMk cId="3185644173" sldId="266"/>
        </pc:sldMkLst>
        <pc:spChg chg="mod">
          <ac:chgData name="Young, Richard" userId="S::ryoung318@gatech.edu::1fc0294d-22c9-43a2-80f9-28210cc1d610" providerId="AD" clId="Web-{92782ABA-2B38-CCF2-2BBF-110832ED284A}" dt="2026-03-29T13:41:19.620" v="18" actId="1076"/>
          <ac:spMkLst>
            <pc:docMk/>
            <pc:sldMk cId="3185644173" sldId="266"/>
            <ac:spMk id="2" creationId="{42BB0F4D-7960-8E99-791A-F3105BE5DCBF}"/>
          </ac:spMkLst>
        </pc:spChg>
        <pc:picChg chg="add mod">
          <ac:chgData name="Young, Richard" userId="S::ryoung318@gatech.edu::1fc0294d-22c9-43a2-80f9-28210cc1d610" providerId="AD" clId="Web-{92782ABA-2B38-CCF2-2BBF-110832ED284A}" dt="2026-03-29T13:41:22.761" v="19" actId="1076"/>
          <ac:picMkLst>
            <pc:docMk/>
            <pc:sldMk cId="3185644173" sldId="266"/>
            <ac:picMk id="5" creationId="{C02F7F94-8333-6D8F-E3AE-2CDE6DD79AC8}"/>
          </ac:picMkLst>
        </pc:picChg>
      </pc:sldChg>
    </pc:docChg>
  </pc:docChgLst>
  <pc:docChgLst>
    <pc:chgData name="Srivatsa, Srijan" userId="4610f3b9-a5bf-4f75-b9ac-8163a2bfdd02" providerId="ADAL" clId="{6235F65C-691B-46FF-AEF2-2F2833CEAB3D}"/>
    <pc:docChg chg="custSel addSld delSld modSld">
      <pc:chgData name="Srivatsa, Srijan" userId="4610f3b9-a5bf-4f75-b9ac-8163a2bfdd02" providerId="ADAL" clId="{6235F65C-691B-46FF-AEF2-2F2833CEAB3D}" dt="2026-03-29T20:01:42.872" v="117" actId="47"/>
      <pc:docMkLst>
        <pc:docMk/>
      </pc:docMkLst>
      <pc:sldChg chg="addSp delSp modSp mod modTransition delAnim">
        <pc:chgData name="Srivatsa, Srijan" userId="4610f3b9-a5bf-4f75-b9ac-8163a2bfdd02" providerId="ADAL" clId="{6235F65C-691B-46FF-AEF2-2F2833CEAB3D}" dt="2026-03-29T19:47:01.231" v="3"/>
        <pc:sldMkLst>
          <pc:docMk/>
          <pc:sldMk cId="693961687" sldId="256"/>
        </pc:sldMkLst>
        <pc:picChg chg="add mod">
          <ac:chgData name="Srivatsa, Srijan" userId="4610f3b9-a5bf-4f75-b9ac-8163a2bfdd02" providerId="ADAL" clId="{6235F65C-691B-46FF-AEF2-2F2833CEAB3D}" dt="2026-03-29T19:47:01.231" v="3"/>
          <ac:picMkLst>
            <pc:docMk/>
            <pc:sldMk cId="693961687" sldId="256"/>
            <ac:picMk id="10" creationId="{8B4037A2-1F81-DA15-A580-7AE5CEE5425B}"/>
          </ac:picMkLst>
        </pc:picChg>
      </pc:sldChg>
      <pc:sldChg chg="addSp delSp modSp mod modTransition delAnim">
        <pc:chgData name="Srivatsa, Srijan" userId="4610f3b9-a5bf-4f75-b9ac-8163a2bfdd02" providerId="ADAL" clId="{6235F65C-691B-46FF-AEF2-2F2833CEAB3D}" dt="2026-03-29T20:01:18.398" v="116"/>
        <pc:sldMkLst>
          <pc:docMk/>
          <pc:sldMk cId="594686336" sldId="258"/>
        </pc:sldMkLst>
        <pc:spChg chg="mod">
          <ac:chgData name="Srivatsa, Srijan" userId="4610f3b9-a5bf-4f75-b9ac-8163a2bfdd02" providerId="ADAL" clId="{6235F65C-691B-46FF-AEF2-2F2833CEAB3D}" dt="2026-03-29T20:00:33.421" v="98" actId="20577"/>
          <ac:spMkLst>
            <pc:docMk/>
            <pc:sldMk cId="594686336" sldId="258"/>
            <ac:spMk id="20" creationId="{ED864ABF-EA71-3A02-E2A4-AAA8951E9AB1}"/>
          </ac:spMkLst>
        </pc:spChg>
        <pc:spChg chg="mod">
          <ac:chgData name="Srivatsa, Srijan" userId="4610f3b9-a5bf-4f75-b9ac-8163a2bfdd02" providerId="ADAL" clId="{6235F65C-691B-46FF-AEF2-2F2833CEAB3D}" dt="2026-03-29T20:00:39.940" v="113" actId="20577"/>
          <ac:spMkLst>
            <pc:docMk/>
            <pc:sldMk cId="594686336" sldId="258"/>
            <ac:spMk id="24" creationId="{6A2DBCC2-C7A4-92E6-F89A-A8D6CB6E949E}"/>
          </ac:spMkLst>
        </pc:spChg>
        <pc:picChg chg="add mod">
          <ac:chgData name="Srivatsa, Srijan" userId="4610f3b9-a5bf-4f75-b9ac-8163a2bfdd02" providerId="ADAL" clId="{6235F65C-691B-46FF-AEF2-2F2833CEAB3D}" dt="2026-03-29T19:53:40.046" v="74" actId="1076"/>
          <ac:picMkLst>
            <pc:docMk/>
            <pc:sldMk cId="594686336" sldId="258"/>
            <ac:picMk id="4" creationId="{A7970B9D-7110-260D-34BC-68CE3818C347}"/>
          </ac:picMkLst>
        </pc:picChg>
        <pc:picChg chg="add mod">
          <ac:chgData name="Srivatsa, Srijan" userId="4610f3b9-a5bf-4f75-b9ac-8163a2bfdd02" providerId="ADAL" clId="{6235F65C-691B-46FF-AEF2-2F2833CEAB3D}" dt="2026-03-29T20:00:23.879" v="81" actId="1076"/>
          <ac:picMkLst>
            <pc:docMk/>
            <pc:sldMk cId="594686336" sldId="258"/>
            <ac:picMk id="11" creationId="{89C70735-9E45-ACFD-8CC5-9FF8E48191B0}"/>
          </ac:picMkLst>
        </pc:picChg>
        <pc:picChg chg="add mod">
          <ac:chgData name="Srivatsa, Srijan" userId="4610f3b9-a5bf-4f75-b9ac-8163a2bfdd02" providerId="ADAL" clId="{6235F65C-691B-46FF-AEF2-2F2833CEAB3D}" dt="2026-03-29T20:01:18.398" v="116"/>
          <ac:picMkLst>
            <pc:docMk/>
            <pc:sldMk cId="594686336" sldId="258"/>
            <ac:picMk id="19" creationId="{1E19D459-E8B0-9C77-B4CB-1E936960AC41}"/>
          </ac:picMkLst>
        </pc:picChg>
      </pc:sldChg>
      <pc:sldChg chg="modSp mod">
        <pc:chgData name="Srivatsa, Srijan" userId="4610f3b9-a5bf-4f75-b9ac-8163a2bfdd02" providerId="ADAL" clId="{6235F65C-691B-46FF-AEF2-2F2833CEAB3D}" dt="2026-03-29T19:48:21.087" v="22" actId="20577"/>
        <pc:sldMkLst>
          <pc:docMk/>
          <pc:sldMk cId="767423141" sldId="269"/>
        </pc:sldMkLst>
        <pc:spChg chg="mod">
          <ac:chgData name="Srivatsa, Srijan" userId="4610f3b9-a5bf-4f75-b9ac-8163a2bfdd02" providerId="ADAL" clId="{6235F65C-691B-46FF-AEF2-2F2833CEAB3D}" dt="2026-03-29T19:48:21.087" v="22" actId="20577"/>
          <ac:spMkLst>
            <pc:docMk/>
            <pc:sldMk cId="767423141" sldId="269"/>
            <ac:spMk id="2" creationId="{95A4E492-6295-0C2B-024E-F3086813C21D}"/>
          </ac:spMkLst>
        </pc:spChg>
      </pc:sldChg>
      <pc:sldChg chg="modSp add mod">
        <pc:chgData name="Srivatsa, Srijan" userId="4610f3b9-a5bf-4f75-b9ac-8163a2bfdd02" providerId="ADAL" clId="{6235F65C-691B-46FF-AEF2-2F2833CEAB3D}" dt="2026-03-29T19:49:03.043" v="65" actId="20577"/>
        <pc:sldMkLst>
          <pc:docMk/>
          <pc:sldMk cId="3826911787" sldId="270"/>
        </pc:sldMkLst>
        <pc:spChg chg="mod">
          <ac:chgData name="Srivatsa, Srijan" userId="4610f3b9-a5bf-4f75-b9ac-8163a2bfdd02" providerId="ADAL" clId="{6235F65C-691B-46FF-AEF2-2F2833CEAB3D}" dt="2026-03-29T19:49:03.043" v="65" actId="20577"/>
          <ac:spMkLst>
            <pc:docMk/>
            <pc:sldMk cId="3826911787" sldId="270"/>
            <ac:spMk id="2" creationId="{7462706A-4152-2101-919B-C657AFA3B68D}"/>
          </ac:spMkLst>
        </pc:spChg>
      </pc:sldChg>
    </pc:docChg>
  </pc:docChgLst>
  <pc:docChgLst>
    <pc:chgData name="Hao, William H" userId="S::whao37@gatech.edu::f2e96cc1-3d95-4029-a8fa-1487600c1dc0" providerId="AD" clId="Web-{5388FB75-A1B6-3A83-8FE5-ED390FE8ACD6}"/>
    <pc:docChg chg="modSld">
      <pc:chgData name="Hao, William H" userId="S::whao37@gatech.edu::f2e96cc1-3d95-4029-a8fa-1487600c1dc0" providerId="AD" clId="Web-{5388FB75-A1B6-3A83-8FE5-ED390FE8ACD6}" dt="2026-03-29T23:36:02.345" v="0" actId="20577"/>
      <pc:docMkLst>
        <pc:docMk/>
      </pc:docMkLst>
      <pc:sldChg chg="modSp">
        <pc:chgData name="Hao, William H" userId="S::whao37@gatech.edu::f2e96cc1-3d95-4029-a8fa-1487600c1dc0" providerId="AD" clId="Web-{5388FB75-A1B6-3A83-8FE5-ED390FE8ACD6}" dt="2026-03-29T23:36:02.345" v="0" actId="20577"/>
        <pc:sldMkLst>
          <pc:docMk/>
          <pc:sldMk cId="3826911787" sldId="270"/>
        </pc:sldMkLst>
        <pc:spChg chg="mod">
          <ac:chgData name="Hao, William H" userId="S::whao37@gatech.edu::f2e96cc1-3d95-4029-a8fa-1487600c1dc0" providerId="AD" clId="Web-{5388FB75-A1B6-3A83-8FE5-ED390FE8ACD6}" dt="2026-03-29T23:36:02.345" v="0" actId="20577"/>
          <ac:spMkLst>
            <pc:docMk/>
            <pc:sldMk cId="3826911787" sldId="270"/>
            <ac:spMk id="2" creationId="{7462706A-4152-2101-919B-C657AFA3B68D}"/>
          </ac:spMkLst>
        </pc:spChg>
      </pc:sldChg>
    </pc:docChg>
  </pc:docChgLst>
  <pc:docChgLst>
    <pc:chgData name="Patel, Dipen" userId="S::dpatel761@gatech.edu::95e02c68-5e51-4f8d-947a-942f03987a5d" providerId="AD" clId="Web-{1312534D-4061-E1CE-99E1-4D63DB73B663}"/>
    <pc:docChg chg="modSld">
      <pc:chgData name="Patel, Dipen" userId="S::dpatel761@gatech.edu::95e02c68-5e51-4f8d-947a-942f03987a5d" providerId="AD" clId="Web-{1312534D-4061-E1CE-99E1-4D63DB73B663}" dt="2026-03-29T21:26:06.192" v="19" actId="20577"/>
      <pc:docMkLst>
        <pc:docMk/>
      </pc:docMkLst>
      <pc:sldChg chg="addSp delSp modSp addAnim">
        <pc:chgData name="Patel, Dipen" userId="S::dpatel761@gatech.edu::95e02c68-5e51-4f8d-947a-942f03987a5d" providerId="AD" clId="Web-{1312534D-4061-E1CE-99E1-4D63DB73B663}" dt="2026-03-29T21:26:06.192" v="19" actId="20577"/>
        <pc:sldMkLst>
          <pc:docMk/>
          <pc:sldMk cId="767423141" sldId="269"/>
        </pc:sldMkLst>
        <pc:spChg chg="mod">
          <ac:chgData name="Patel, Dipen" userId="S::dpatel761@gatech.edu::95e02c68-5e51-4f8d-947a-942f03987a5d" providerId="AD" clId="Web-{1312534D-4061-E1CE-99E1-4D63DB73B663}" dt="2026-03-29T21:26:06.192" v="19" actId="20577"/>
          <ac:spMkLst>
            <pc:docMk/>
            <pc:sldMk cId="767423141" sldId="269"/>
            <ac:spMk id="2" creationId="{95A4E492-6295-0C2B-024E-F3086813C21D}"/>
          </ac:spMkLst>
        </pc:spChg>
        <pc:picChg chg="add mod">
          <ac:chgData name="Patel, Dipen" userId="S::dpatel761@gatech.edu::95e02c68-5e51-4f8d-947a-942f03987a5d" providerId="AD" clId="Web-{1312534D-4061-E1CE-99E1-4D63DB73B663}" dt="2026-03-29T21:25:59.942" v="6" actId="14100"/>
          <ac:picMkLst>
            <pc:docMk/>
            <pc:sldMk cId="767423141" sldId="269"/>
            <ac:picMk id="5" creationId="{6F4D3F87-94D6-BABC-C730-60365A171B6F}"/>
          </ac:picMkLst>
        </pc:picChg>
      </pc:sldChg>
    </pc:docChg>
  </pc:docChgLst>
  <pc:docChgLst>
    <pc:chgData name="Hicks, Kierstin A" userId="d7225e32-23be-4ff8-8a90-274a2d167d6c" providerId="ADAL" clId="{26269EC3-BC91-5A1A-A19C-063F154F3F3C}"/>
    <pc:docChg chg="undo custSel modSld">
      <pc:chgData name="Hicks, Kierstin A" userId="d7225e32-23be-4ff8-8a90-274a2d167d6c" providerId="ADAL" clId="{26269EC3-BC91-5A1A-A19C-063F154F3F3C}" dt="2026-04-19T00:04:09.295" v="654" actId="1076"/>
      <pc:docMkLst>
        <pc:docMk/>
      </pc:docMkLst>
      <pc:sldChg chg="modSp mod">
        <pc:chgData name="Hicks, Kierstin A" userId="d7225e32-23be-4ff8-8a90-274a2d167d6c" providerId="ADAL" clId="{26269EC3-BC91-5A1A-A19C-063F154F3F3C}" dt="2026-04-19T00:04:09.295" v="654" actId="1076"/>
        <pc:sldMkLst>
          <pc:docMk/>
          <pc:sldMk cId="693961687" sldId="256"/>
        </pc:sldMkLst>
        <pc:picChg chg="mod">
          <ac:chgData name="Hicks, Kierstin A" userId="d7225e32-23be-4ff8-8a90-274a2d167d6c" providerId="ADAL" clId="{26269EC3-BC91-5A1A-A19C-063F154F3F3C}" dt="2026-04-19T00:04:09.295" v="654" actId="1076"/>
          <ac:picMkLst>
            <pc:docMk/>
            <pc:sldMk cId="693961687" sldId="256"/>
            <ac:picMk id="5" creationId="{E3DC7CD1-6BB6-1B2C-DCE1-4AD91B857242}"/>
          </ac:picMkLst>
        </pc:picChg>
      </pc:sldChg>
      <pc:sldChg chg="addSp delSp modSp mod modTransition modAnim">
        <pc:chgData name="Hicks, Kierstin A" userId="d7225e32-23be-4ff8-8a90-274a2d167d6c" providerId="ADAL" clId="{26269EC3-BC91-5A1A-A19C-063F154F3F3C}" dt="2026-03-30T02:52:31.816" v="653"/>
        <pc:sldMkLst>
          <pc:docMk/>
          <pc:sldMk cId="3826911787" sldId="270"/>
        </pc:sldMkLst>
        <pc:spChg chg="mod">
          <ac:chgData name="Hicks, Kierstin A" userId="d7225e32-23be-4ff8-8a90-274a2d167d6c" providerId="ADAL" clId="{26269EC3-BC91-5A1A-A19C-063F154F3F3C}" dt="2026-03-30T01:21:54.205" v="2" actId="20577"/>
          <ac:spMkLst>
            <pc:docMk/>
            <pc:sldMk cId="3826911787" sldId="270"/>
            <ac:spMk id="2" creationId="{7462706A-4152-2101-919B-C657AFA3B68D}"/>
          </ac:spMkLst>
        </pc:spChg>
        <pc:spChg chg="mod">
          <ac:chgData name="Hicks, Kierstin A" userId="d7225e32-23be-4ff8-8a90-274a2d167d6c" providerId="ADAL" clId="{26269EC3-BC91-5A1A-A19C-063F154F3F3C}" dt="2026-03-30T02:48:33.807" v="634" actId="5793"/>
          <ac:spMkLst>
            <pc:docMk/>
            <pc:sldMk cId="3826911787" sldId="270"/>
            <ac:spMk id="3" creationId="{9BA24447-6DFA-F0BF-B74F-0AB68946E6C4}"/>
          </ac:spMkLst>
        </pc:spChg>
        <pc:picChg chg="add mod">
          <ac:chgData name="Hicks, Kierstin A" userId="d7225e32-23be-4ff8-8a90-274a2d167d6c" providerId="ADAL" clId="{26269EC3-BC91-5A1A-A19C-063F154F3F3C}" dt="2026-03-30T02:52:31.816" v="653"/>
          <ac:picMkLst>
            <pc:docMk/>
            <pc:sldMk cId="3826911787" sldId="270"/>
            <ac:picMk id="46" creationId="{F40C554F-CEFB-CF66-0148-0B623330108F}"/>
          </ac:picMkLst>
        </pc:picChg>
      </pc:sldChg>
    </pc:docChg>
  </pc:docChgLst>
  <pc:docChgLst>
    <pc:chgData name="Baker, Wesley G" userId="S::wbaker39@gatech.edu::ea8c31a3-f252-4001-868f-f8c251d74e19" providerId="AD" clId="Web-{E5AD7854-AF82-7907-FBC4-FD9D410616CD}"/>
    <pc:docChg chg="modSld">
      <pc:chgData name="Baker, Wesley G" userId="S::wbaker39@gatech.edu::ea8c31a3-f252-4001-868f-f8c251d74e19" providerId="AD" clId="Web-{E5AD7854-AF82-7907-FBC4-FD9D410616CD}" dt="2026-03-29T01:14:43.120" v="6"/>
      <pc:docMkLst>
        <pc:docMk/>
      </pc:docMkLst>
      <pc:sldChg chg="addSp delSp modSp addAnim">
        <pc:chgData name="Baker, Wesley G" userId="S::wbaker39@gatech.edu::ea8c31a3-f252-4001-868f-f8c251d74e19" providerId="AD" clId="Web-{E5AD7854-AF82-7907-FBC4-FD9D410616CD}" dt="2026-03-29T01:14:43.120" v="6"/>
        <pc:sldMkLst>
          <pc:docMk/>
          <pc:sldMk cId="1395184558" sldId="265"/>
        </pc:sldMkLst>
        <pc:picChg chg="add mod">
          <ac:chgData name="Baker, Wesley G" userId="S::wbaker39@gatech.edu::ea8c31a3-f252-4001-868f-f8c251d74e19" providerId="AD" clId="Web-{E5AD7854-AF82-7907-FBC4-FD9D410616CD}" dt="2026-03-29T01:14:20.573" v="5" actId="14100"/>
          <ac:picMkLst>
            <pc:docMk/>
            <pc:sldMk cId="1395184558" sldId="265"/>
            <ac:picMk id="4" creationId="{E506CDE6-6C62-1968-A6F8-5C6349103258}"/>
          </ac:picMkLst>
        </pc:picChg>
      </pc:sldChg>
    </pc:docChg>
  </pc:docChgLst>
  <pc:docChgLst>
    <pc:chgData name="Hicks, Kierstin A" userId="S::khicks37@gatech.edu::d7225e32-23be-4ff8-8a90-274a2d167d6c" providerId="AD" clId="Web-{CC301221-B08F-2BB2-92DC-F854F1CD42E8}"/>
    <pc:docChg chg="modSld">
      <pc:chgData name="Hicks, Kierstin A" userId="S::khicks37@gatech.edu::d7225e32-23be-4ff8-8a90-274a2d167d6c" providerId="AD" clId="Web-{CC301221-B08F-2BB2-92DC-F854F1CD42E8}" dt="2026-03-30T00:37:20.855" v="1" actId="20577"/>
      <pc:docMkLst>
        <pc:docMk/>
      </pc:docMkLst>
      <pc:sldChg chg="modSp">
        <pc:chgData name="Hicks, Kierstin A" userId="S::khicks37@gatech.edu::d7225e32-23be-4ff8-8a90-274a2d167d6c" providerId="AD" clId="Web-{CC301221-B08F-2BB2-92DC-F854F1CD42E8}" dt="2026-03-30T00:37:20.855" v="1" actId="20577"/>
        <pc:sldMkLst>
          <pc:docMk/>
          <pc:sldMk cId="3826911787" sldId="270"/>
        </pc:sldMkLst>
        <pc:spChg chg="mod">
          <ac:chgData name="Hicks, Kierstin A" userId="S::khicks37@gatech.edu::d7225e32-23be-4ff8-8a90-274a2d167d6c" providerId="AD" clId="Web-{CC301221-B08F-2BB2-92DC-F854F1CD42E8}" dt="2026-03-30T00:37:20.855" v="1" actId="20577"/>
          <ac:spMkLst>
            <pc:docMk/>
            <pc:sldMk cId="3826911787" sldId="270"/>
            <ac:spMk id="2" creationId="{7462706A-4152-2101-919B-C657AFA3B68D}"/>
          </ac:spMkLst>
        </pc:spChg>
      </pc:sldChg>
    </pc:docChg>
  </pc:docChgLst>
  <pc:docChgLst>
    <pc:chgData name="Baker, Wesley G" userId="S::wbaker39@gatech.edu::ea8c31a3-f252-4001-868f-f8c251d74e19" providerId="AD" clId="Web-{C849CCE0-E6E4-E4C2-9202-0765BAFCA2E7}"/>
    <pc:docChg chg="addSld modSld">
      <pc:chgData name="Baker, Wesley G" userId="S::wbaker39@gatech.edu::ea8c31a3-f252-4001-868f-f8c251d74e19" providerId="AD" clId="Web-{C849CCE0-E6E4-E4C2-9202-0765BAFCA2E7}" dt="2026-03-29T00:57:38.426" v="14"/>
      <pc:docMkLst>
        <pc:docMk/>
      </pc:docMkLst>
      <pc:sldChg chg="addSp delSp modSp add replId delAnim">
        <pc:chgData name="Baker, Wesley G" userId="S::wbaker39@gatech.edu::ea8c31a3-f252-4001-868f-f8c251d74e19" providerId="AD" clId="Web-{C849CCE0-E6E4-E4C2-9202-0765BAFCA2E7}" dt="2026-03-29T00:57:38.426" v="14"/>
        <pc:sldMkLst>
          <pc:docMk/>
          <pc:sldMk cId="1395184558" sldId="265"/>
        </pc:sldMkLst>
        <pc:spChg chg="mod">
          <ac:chgData name="Baker, Wesley G" userId="S::wbaker39@gatech.edu::ea8c31a3-f252-4001-868f-f8c251d74e19" providerId="AD" clId="Web-{C849CCE0-E6E4-E4C2-9202-0765BAFCA2E7}" dt="2026-03-29T00:57:32.098" v="9" actId="20577"/>
          <ac:spMkLst>
            <pc:docMk/>
            <pc:sldMk cId="1395184558" sldId="265"/>
            <ac:spMk id="2" creationId="{A4989E51-2F75-EA01-411C-0D6A8EE5ECCF}"/>
          </ac:spMkLst>
        </pc:spChg>
      </pc:sldChg>
    </pc:docChg>
  </pc:docChgLst>
  <pc:docChgLst>
    <pc:chgData name="Hao, William H" userId="S::whao37@gatech.edu::f2e96cc1-3d95-4029-a8fa-1487600c1dc0" providerId="AD" clId="Web-{1BB8CB60-B11E-5AE4-CCCC-B22C1E871411}"/>
    <pc:docChg chg="addSld modSld sldOrd">
      <pc:chgData name="Hao, William H" userId="S::whao37@gatech.edu::f2e96cc1-3d95-4029-a8fa-1487600c1dc0" providerId="AD" clId="Web-{1BB8CB60-B11E-5AE4-CCCC-B22C1E871411}" dt="2026-03-29T10:48:23.040" v="60" actId="1076"/>
      <pc:docMkLst>
        <pc:docMk/>
      </pc:docMkLst>
      <pc:sldChg chg="modSp">
        <pc:chgData name="Hao, William H" userId="S::whao37@gatech.edu::f2e96cc1-3d95-4029-a8fa-1487600c1dc0" providerId="AD" clId="Web-{1BB8CB60-B11E-5AE4-CCCC-B22C1E871411}" dt="2026-03-28T22:26:22.435" v="8" actId="20577"/>
        <pc:sldMkLst>
          <pc:docMk/>
          <pc:sldMk cId="693961687" sldId="256"/>
        </pc:sldMkLst>
        <pc:spChg chg="mod">
          <ac:chgData name="Hao, William H" userId="S::whao37@gatech.edu::f2e96cc1-3d95-4029-a8fa-1487600c1dc0" providerId="AD" clId="Web-{1BB8CB60-B11E-5AE4-CCCC-B22C1E871411}" dt="2026-03-28T22:26:22.435" v="8" actId="20577"/>
          <ac:spMkLst>
            <pc:docMk/>
            <pc:sldMk cId="693961687" sldId="256"/>
            <ac:spMk id="2" creationId="{5EDF810E-D75F-127F-8131-1C8BC56C8303}"/>
          </ac:spMkLst>
        </pc:spChg>
      </pc:sldChg>
      <pc:sldChg chg="modSp new">
        <pc:chgData name="Hao, William H" userId="S::whao37@gatech.edu::f2e96cc1-3d95-4029-a8fa-1487600c1dc0" providerId="AD" clId="Web-{1BB8CB60-B11E-5AE4-CCCC-B22C1E871411}" dt="2026-03-29T10:31:36.803" v="18" actId="20577"/>
        <pc:sldMkLst>
          <pc:docMk/>
          <pc:sldMk cId="3185644173" sldId="266"/>
        </pc:sldMkLst>
        <pc:spChg chg="mod">
          <ac:chgData name="Hao, William H" userId="S::whao37@gatech.edu::f2e96cc1-3d95-4029-a8fa-1487600c1dc0" providerId="AD" clId="Web-{1BB8CB60-B11E-5AE4-CCCC-B22C1E871411}" dt="2026-03-29T10:31:36.803" v="18" actId="20577"/>
          <ac:spMkLst>
            <pc:docMk/>
            <pc:sldMk cId="3185644173" sldId="266"/>
            <ac:spMk id="2" creationId="{42BB0F4D-7960-8E99-791A-F3105BE5DCBF}"/>
          </ac:spMkLst>
        </pc:spChg>
      </pc:sldChg>
      <pc:sldChg chg="addSp delSp modSp new addAnim">
        <pc:chgData name="Hao, William H" userId="S::whao37@gatech.edu::f2e96cc1-3d95-4029-a8fa-1487600c1dc0" providerId="AD" clId="Web-{1BB8CB60-B11E-5AE4-CCCC-B22C1E871411}" dt="2026-03-29T10:48:23.040" v="60" actId="1076"/>
        <pc:sldMkLst>
          <pc:docMk/>
          <pc:sldMk cId="3130547060" sldId="267"/>
        </pc:sldMkLst>
        <pc:spChg chg="mod">
          <ac:chgData name="Hao, William H" userId="S::whao37@gatech.edu::f2e96cc1-3d95-4029-a8fa-1487600c1dc0" providerId="AD" clId="Web-{1BB8CB60-B11E-5AE4-CCCC-B22C1E871411}" dt="2026-03-29T10:31:47.647" v="33" actId="20577"/>
          <ac:spMkLst>
            <pc:docMk/>
            <pc:sldMk cId="3130547060" sldId="267"/>
            <ac:spMk id="2" creationId="{1BD85241-C080-27F5-DD6C-211356B0BB95}"/>
          </ac:spMkLst>
        </pc:spChg>
        <pc:picChg chg="add mod">
          <ac:chgData name="Hao, William H" userId="S::whao37@gatech.edu::f2e96cc1-3d95-4029-a8fa-1487600c1dc0" providerId="AD" clId="Web-{1BB8CB60-B11E-5AE4-CCCC-B22C1E871411}" dt="2026-03-29T10:48:23.040" v="60" actId="1076"/>
          <ac:picMkLst>
            <pc:docMk/>
            <pc:sldMk cId="3130547060" sldId="267"/>
            <ac:picMk id="5" creationId="{D78B8C5B-E264-7511-D6A3-A9ED84169923}"/>
          </ac:picMkLst>
        </pc:picChg>
      </pc:sldChg>
      <pc:sldChg chg="modSp new">
        <pc:chgData name="Hao, William H" userId="S::whao37@gatech.edu::f2e96cc1-3d95-4029-a8fa-1487600c1dc0" providerId="AD" clId="Web-{1BB8CB60-B11E-5AE4-CCCC-B22C1E871411}" dt="2026-03-29T10:32:08.116" v="56" actId="20577"/>
        <pc:sldMkLst>
          <pc:docMk/>
          <pc:sldMk cId="767423141" sldId="269"/>
        </pc:sldMkLst>
        <pc:spChg chg="mod">
          <ac:chgData name="Hao, William H" userId="S::whao37@gatech.edu::f2e96cc1-3d95-4029-a8fa-1487600c1dc0" providerId="AD" clId="Web-{1BB8CB60-B11E-5AE4-CCCC-B22C1E871411}" dt="2026-03-29T10:32:08.116" v="56" actId="20577"/>
          <ac:spMkLst>
            <pc:docMk/>
            <pc:sldMk cId="767423141" sldId="269"/>
            <ac:spMk id="2" creationId="{95A4E492-6295-0C2B-024E-F3086813C21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A83F9-47B7-45E9-8D34-3093AA63693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ACE7B-1381-45D1-8637-515F0282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46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Hello Everyone. This is the Spring 2026 Food Consortium’s P4 Mini Presentation.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ACE7B-1381-45D1-8637-515F0282C3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64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149BF-EB79-939F-5B19-174345420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8E566-AEED-B5EA-324B-3D0B5411B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F64F4-F0AD-EB4E-0B0A-3042FDCA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D006E-D8F0-CC34-6E77-7A98B13CE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4B0BC-BA24-2E3D-EFDF-E83645D5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8754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AB50-971A-4EF8-02FA-401061A3A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5A201-D593-3666-AC81-262C55476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7FBA1-EA43-2A16-214F-9846373E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A2827-199D-EBE0-C141-DC0277635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613CC-1215-1BC5-99C4-DD70F1C9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8989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3F3D-CFFB-CE91-6989-F2DCA4368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5764C-70B0-7A08-1E1E-ED3B79E56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813D5-0D66-5D7B-2608-B4021FA6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7316C-0D2E-958F-0E39-D894EFE8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DFF1E-11B8-1E04-84D7-C7B642DD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7724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2A44-A251-8375-6A7A-0FD8A243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1EA58-1416-2C75-9CAD-2AF3C4220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96184-0A69-CCF7-6B96-5385A2A4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707AB-5581-9498-08E2-21DBA1030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EA11A-0668-C0AD-0F9B-02845330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9E6D6-9C26-FBD7-3777-EEABEB30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778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97C06-7B88-B9B8-7981-D8C05CBAE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E7566-B2FB-4EF9-5025-E83D50184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AD0E7-E59C-BE22-A304-D5BA4E69F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22E7E-D290-DF64-EA80-C1CA7E886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C7990-D176-0178-6C42-DD7CD726E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4F2362-0B0E-79AE-A22C-9C5F20EF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A3B3A3-C646-0105-1147-5ACF0AA14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E2667E-02B1-6B37-5444-FA454825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4348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EB548-FE32-BC30-2889-3659E1BE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FC2C6-226A-4AB5-1956-203C2356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052D6-6E8A-15FD-8F47-ADAC0057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72683-35E6-29A7-7569-2776F5F3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7968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83B28-F684-67FC-C904-DFE134A4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EC44D-1C96-930F-326B-EEE33431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4CEDB-3BFF-5D5E-B24F-15935269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626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4298-5FD1-8788-1FDB-43E113622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D504A-88E1-398F-22F2-4CF960F52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C696D-ADFF-D894-5951-3C9444772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8BBCC-AB2D-136C-AD80-FFC9B638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767BB-095F-0C24-5BF2-BBDA648D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FC74B-7AC2-6FFC-AC69-A17BE83B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5912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52BC4-BA10-27D2-D922-A3CF8353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D5F85F-D563-6D2D-FA93-BD1451130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9A1E4-6161-A732-1D8A-2CEBCEEF6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2FBCD-35F9-5731-DD5C-51787D4E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BA961-5D06-74FA-059B-25C37B9DC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6664F-BB2A-0CC0-3741-B14C0440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7298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5B7B-EED2-9AE6-FD8C-48CF6E3D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8E912B-5E97-D3E8-A3BC-596449542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7FFE9-51EB-B79A-A001-4CB201B3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84237-7198-F921-C9B3-B051F60F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171CC-D422-A6CB-DE6C-95D2F335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550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824B4-789A-F4D7-4BC7-94FBCAF0D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5CE66-1025-BEED-857A-09BADEEAD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9C16A-420A-A067-568D-129C9A1DB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AC005-6DD8-1F42-A9CB-ECE386CB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6EF42-7504-6AA8-CCB2-7CCBCE1C9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1037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E6A36-8F61-403D-6BEC-8C09B3081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8C8B0-F3E9-3035-9130-6534F59E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46FF6-574B-3350-E9A5-222129B640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DB57E-A03D-3ABB-DB83-32CC1AA1E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BC4B8-EF8B-1C19-4411-4B58BF699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57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A9C5-E3C9-55BA-7B58-6F16512F8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</a:t>
            </a:fld>
            <a:endParaRPr lang="en-US"/>
          </a:p>
        </p:txBody>
      </p:sp>
      <p:pic>
        <p:nvPicPr>
          <p:cNvPr id="5" name="Picture 4" descr="City on a sunny day">
            <a:extLst>
              <a:ext uri="{FF2B5EF4-FFF2-40B4-BE49-F238E27FC236}">
                <a16:creationId xmlns:a16="http://schemas.microsoft.com/office/drawing/2014/main" id="{E3DC7CD1-6BB6-1B2C-DCE1-4AD91B85724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rcRect t="16470" r="-2" b="651"/>
          <a:stretch>
            <a:fillRect/>
          </a:stretch>
        </p:blipFill>
        <p:spPr>
          <a:xfrm>
            <a:off x="-1" y="315696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DF810E-D75F-127F-8131-1C8BC56C8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8200"/>
              <a:t>P6 – Demo Presentation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5A52E-14E1-7C43-5E9F-5D7D8EC46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766" y="4072045"/>
            <a:ext cx="8133806" cy="14143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>
                <a:ea typeface="+mn-lt"/>
                <a:cs typeface="+mn-lt"/>
              </a:rPr>
              <a:t>Wesley Baker, William Hao, Kierstin Hicks, </a:t>
            </a:r>
          </a:p>
          <a:p>
            <a:pPr algn="l"/>
            <a:r>
              <a:rPr lang="en-US">
                <a:ea typeface="+mn-lt"/>
                <a:cs typeface="+mn-lt"/>
              </a:rPr>
              <a:t>Dipen Patel, Srijan Srivatsa, Richard Young</a:t>
            </a:r>
            <a:endParaRPr lang="en-US"/>
          </a:p>
          <a:p>
            <a:pPr algn="l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0" name="Video 9">
            <a:hlinkClick r:id="" action="ppaction://media"/>
            <a:extLst>
              <a:ext uri="{FF2B5EF4-FFF2-40B4-BE49-F238E27FC236}">
                <a16:creationId xmlns:a16="http://schemas.microsoft.com/office/drawing/2014/main" id="{8B4037A2-1F81-DA15-A580-7AE5CEE542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9396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91"/>
    </mc:Choice>
    <mc:Fallback xmlns="">
      <p:transition spd="slow" advTm="5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0F4D-7960-8E99-791A-F3105BE5D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858" y="396440"/>
            <a:ext cx="6736916" cy="678385"/>
          </a:xfrm>
        </p:spPr>
        <p:txBody>
          <a:bodyPr>
            <a:normAutofit fontScale="90000"/>
          </a:bodyPr>
          <a:lstStyle/>
          <a:p>
            <a:r>
              <a:rPr lang="en-US"/>
              <a:t>Demo Video – Admin Role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C30B3-3A98-029B-6A14-D753CC75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  <p:pic>
        <p:nvPicPr>
          <p:cNvPr id="5" name="Admin Demo W voice">
            <a:hlinkClick r:id="" action="ppaction://media"/>
            <a:extLst>
              <a:ext uri="{FF2B5EF4-FFF2-40B4-BE49-F238E27FC236}">
                <a16:creationId xmlns:a16="http://schemas.microsoft.com/office/drawing/2014/main" id="{C02F7F94-8333-6D8F-E3AE-2CDE6DD79A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99597" y="1072019"/>
            <a:ext cx="7535188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4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5241-C080-27F5-DD6C-211356B0B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Video – Supplier Role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C7AB2-6BDF-D510-4D8D-A333ACA7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  <p:pic>
        <p:nvPicPr>
          <p:cNvPr id="5" name="2026-03-29 06-39-44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D78B8C5B-E264-7511-D6A3-A9ED841699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131009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4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9F47C-401F-A348-65A1-FCF39414F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6233262-31B7-3B92-6F70-F73D59F54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E256B6-17FC-A9FD-0E3E-AF7BE8532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097ECC-6667-F730-CC89-3C2351497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 descr="Mobile Landscape">
            <a:extLst>
              <a:ext uri="{FF2B5EF4-FFF2-40B4-BE49-F238E27FC236}">
                <a16:creationId xmlns:a16="http://schemas.microsoft.com/office/drawing/2014/main" id="{A4989E51-2F75-EA01-411C-0D6A8EE5EC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25" y="447628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Demo Video – Nonprofit Role</a:t>
            </a:r>
          </a:p>
          <a:p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C9E299-D828-B394-613F-74E15A39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2940"/>
            <a:ext cx="448056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WesleyNonProfit">
            <a:hlinkClick r:id="" action="ppaction://media"/>
            <a:extLst>
              <a:ext uri="{FF2B5EF4-FFF2-40B4-BE49-F238E27FC236}">
                <a16:creationId xmlns:a16="http://schemas.microsoft.com/office/drawing/2014/main" id="{E506CDE6-6C62-1968-A6F8-5C634910325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01421" y="1570095"/>
            <a:ext cx="9142120" cy="527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8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40"/>
    </mc:Choice>
    <mc:Fallback xmlns="">
      <p:transition spd="slow" advTm="231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E492-6295-0C2B-024E-F3086813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Video – Other Role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49EA0-1F67-73D2-A200-412048CB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/>
          </a:p>
        </p:txBody>
      </p:sp>
      <p:pic>
        <p:nvPicPr>
          <p:cNvPr id="5" name="Video Project">
            <a:hlinkClick r:id="" action="ppaction://media"/>
            <a:extLst>
              <a:ext uri="{FF2B5EF4-FFF2-40B4-BE49-F238E27FC236}">
                <a16:creationId xmlns:a16="http://schemas.microsoft.com/office/drawing/2014/main" id="{6F4D3F87-94D6-BABC-C730-60365A171B6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6081" y="1586345"/>
            <a:ext cx="8240258" cy="46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2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0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725F4-7A9F-88C3-D464-D95A654A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2706A-4152-2101-919B-C657AFA3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Partner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4447-6DFA-F0BF-B74F-0AB68946E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16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/>
              <a:t>Initial Partner Meeting</a:t>
            </a:r>
          </a:p>
          <a:p>
            <a:pPr lvl="1"/>
            <a:r>
              <a:rPr lang="en-US"/>
              <a:t>Enid shared dashboard impressions and priorities – top suppliers, nonprofit claims, product types, and equity distribution</a:t>
            </a:r>
          </a:p>
          <a:p>
            <a:r>
              <a:rPr lang="en-US"/>
              <a:t>Stakeholder Survey</a:t>
            </a:r>
          </a:p>
          <a:p>
            <a:pPr lvl="1"/>
            <a:r>
              <a:rPr lang="en-US"/>
              <a:t>We asked Enid to complete 2 tasks: change a user role to admin &amp; identify top food categories </a:t>
            </a:r>
          </a:p>
          <a:p>
            <a:r>
              <a:rPr lang="en-US"/>
              <a:t>Feedback</a:t>
            </a:r>
          </a:p>
          <a:p>
            <a:pPr lvl="1"/>
            <a:r>
              <a:rPr lang="en-US"/>
              <a:t>Overall impressed with the project and dashboard quality</a:t>
            </a:r>
          </a:p>
          <a:p>
            <a:pPr lvl="1"/>
            <a:r>
              <a:rPr lang="en-US"/>
              <a:t>Wants visibility into nonprofit claim equity – flagging orgs claiming too frequently</a:t>
            </a:r>
          </a:p>
          <a:p>
            <a:pPr lvl="1"/>
            <a:r>
              <a:rPr lang="en-US"/>
              <a:t>Most valued: product type distribution, Top nonprofits by claims, Top suppliers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65E3-E3F3-04C0-9FE6-038A8849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/>
          </a:p>
        </p:txBody>
      </p:sp>
      <p:pic>
        <p:nvPicPr>
          <p:cNvPr id="46" name="Audio 45">
            <a:extLst>
              <a:ext uri="{FF2B5EF4-FFF2-40B4-BE49-F238E27FC236}">
                <a16:creationId xmlns:a16="http://schemas.microsoft.com/office/drawing/2014/main" id="{F40C554F-CEFB-CF66-0148-0B62333010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1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25"/>
    </mc:Choice>
    <mc:Fallback xmlns="">
      <p:transition spd="slow" advTm="217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1E0887F6-E8ED-250C-3B0F-9488B4F8E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Lighthouse Scores</a:t>
            </a:r>
            <a:br>
              <a:rPr lang="en-US">
                <a:latin typeface="Aptos Display"/>
              </a:rPr>
            </a:br>
            <a:endParaRPr lang="en-US" sz="2800">
              <a:latin typeface="Aptos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D864ABF-EA71-3A02-E2A4-AAA8951E9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Mobile Lighthouse</a:t>
            </a:r>
          </a:p>
          <a:p>
            <a:r>
              <a:rPr lang="en-US" b="0"/>
              <a:t>92, 90, 96, 100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6A2DBCC2-C7A4-92E6-F89A-A8D6CB6E9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Desktop Lighthouse</a:t>
            </a:r>
          </a:p>
          <a:p>
            <a:r>
              <a:rPr lang="en-US" b="0"/>
              <a:t>99, 90, 96, 100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CEE4C9-0051-838E-2237-3FBA23EC4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70B9D-7110-260D-34BC-68CE3818C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1" y="2501597"/>
            <a:ext cx="3533888" cy="39912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C70735-9E45-ACFD-8CC5-9FF8E4819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14" y="2501596"/>
            <a:ext cx="3698788" cy="3991279"/>
          </a:xfrm>
          <a:prstGeom prst="rect">
            <a:avLst/>
          </a:prstGeom>
        </p:spPr>
      </p:pic>
      <p:pic>
        <p:nvPicPr>
          <p:cNvPr id="19" name="Video 18">
            <a:hlinkClick r:id="" action="ppaction://media"/>
            <a:extLst>
              <a:ext uri="{FF2B5EF4-FFF2-40B4-BE49-F238E27FC236}">
                <a16:creationId xmlns:a16="http://schemas.microsoft.com/office/drawing/2014/main" id="{1E19D459-E8B0-9C77-B4CB-1E936960AC4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9468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713"/>
    </mc:Choice>
    <mc:Fallback xmlns="">
      <p:transition spd="slow" advTm="16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165</Words>
  <Application>Microsoft Macintosh PowerPoint</Application>
  <PresentationFormat>Widescreen</PresentationFormat>
  <Paragraphs>30</Paragraphs>
  <Slides>7</Slides>
  <Notes>1</Notes>
  <HiddenSlides>0</HiddenSlides>
  <MMClips>7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P6 – Demo Presentation</vt:lpstr>
      <vt:lpstr>Demo Video – Admin Role</vt:lpstr>
      <vt:lpstr>Demo Video – Supplier Role</vt:lpstr>
      <vt:lpstr>Demo Video – Nonprofit Role </vt:lpstr>
      <vt:lpstr>Demo Video – Other Role</vt:lpstr>
      <vt:lpstr>Partner Engagement</vt:lpstr>
      <vt:lpstr>Project Lighthouse Scores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Hicks, Kierstin A</dc:creator>
  <cp:lastModifiedBy>Hicks, Kierstin A</cp:lastModifiedBy>
  <cp:revision>1</cp:revision>
  <dcterms:created xsi:type="dcterms:W3CDTF">2026-02-26T01:09:17Z</dcterms:created>
  <dcterms:modified xsi:type="dcterms:W3CDTF">2026-04-19T00:04:19Z</dcterms:modified>
</cp:coreProperties>
</file>