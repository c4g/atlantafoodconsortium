
<file path=[Content_Types].xml><?xml version="1.0" encoding="utf-8"?>
<Types xmlns="http://schemas.openxmlformats.org/package/2006/content-types">
  <Default Extension="jpeg" ContentType="image/jpeg"/>
  <Default Extension="m4a" ContentType="audio/mp4"/>
  <Default Extension="mp3" ContentType="audio/m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0" r:id="rId2"/>
    <p:sldMasterId id="2147483685" r:id="rId3"/>
  </p:sldMasterIdLst>
  <p:notesMasterIdLst>
    <p:notesMasterId r:id="rId17"/>
  </p:notesMasterIdLst>
  <p:sldIdLst>
    <p:sldId id="256" r:id="rId4"/>
    <p:sldId id="261" r:id="rId5"/>
    <p:sldId id="258" r:id="rId6"/>
    <p:sldId id="259" r:id="rId7"/>
    <p:sldId id="309" r:id="rId8"/>
    <p:sldId id="262" r:id="rId9"/>
    <p:sldId id="310" r:id="rId10"/>
    <p:sldId id="311" r:id="rId11"/>
    <p:sldId id="312" r:id="rId12"/>
    <p:sldId id="257" r:id="rId13"/>
    <p:sldId id="260" r:id="rId14"/>
    <p:sldId id="308" r:id="rId15"/>
    <p:sldId id="31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BCA015-31DC-848B-D672-876E8C1C9F9B}" v="556" dt="2026-04-12T23:31:23.451"/>
    <p1510:client id="{5F915700-FE5D-1E4D-A83B-057F6D338E4B}" v="1204" dt="2026-04-13T02:23:40.494"/>
    <p1510:client id="{84B676E5-F4C1-4B81-A03F-D9EF7C992558}" v="73" dt="2026-04-12T21:50:04.551"/>
    <p1510:client id="{955009CE-72F6-469A-9A8E-2DB91D95BDF9}" v="320" dt="2026-04-12T23:48:31.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vatsa, Srijan" userId="4610f3b9-a5bf-4f75-b9ac-8163a2bfdd02" providerId="ADAL" clId="{6235F65C-691B-46FF-AEF2-2F2833CEAB3D}"/>
    <pc:docChg chg="custSel modSld">
      <pc:chgData name="Srivatsa, Srijan" userId="4610f3b9-a5bf-4f75-b9ac-8163a2bfdd02" providerId="ADAL" clId="{6235F65C-691B-46FF-AEF2-2F2833CEAB3D}" dt="2026-04-12T21:50:04.549" v="72"/>
      <pc:docMkLst>
        <pc:docMk/>
      </pc:docMkLst>
      <pc:sldChg chg="addSp delSp modSp mod modTransition delAnim modNotesTx">
        <pc:chgData name="Srivatsa, Srijan" userId="4610f3b9-a5bf-4f75-b9ac-8163a2bfdd02" providerId="ADAL" clId="{6235F65C-691B-46FF-AEF2-2F2833CEAB3D}" dt="2026-04-12T21:50:04.549" v="72"/>
        <pc:sldMkLst>
          <pc:docMk/>
          <pc:sldMk cId="1844116572" sldId="258"/>
        </pc:sldMkLst>
        <pc:picChg chg="add del mod">
          <ac:chgData name="Srivatsa, Srijan" userId="4610f3b9-a5bf-4f75-b9ac-8163a2bfdd02" providerId="ADAL" clId="{6235F65C-691B-46FF-AEF2-2F2833CEAB3D}" dt="2026-04-12T21:48:12.778" v="1" actId="478"/>
          <ac:picMkLst>
            <pc:docMk/>
            <pc:sldMk cId="1844116572" sldId="258"/>
            <ac:picMk id="6" creationId="{8D11998D-E355-ECB8-6081-64D171A3C867}"/>
          </ac:picMkLst>
        </pc:picChg>
        <pc:picChg chg="add del mod">
          <ac:chgData name="Srivatsa, Srijan" userId="4610f3b9-a5bf-4f75-b9ac-8163a2bfdd02" providerId="ADAL" clId="{6235F65C-691B-46FF-AEF2-2F2833CEAB3D}" dt="2026-04-12T21:50:04.549" v="72"/>
          <ac:picMkLst>
            <pc:docMk/>
            <pc:sldMk cId="1844116572" sldId="258"/>
            <ac:picMk id="11" creationId="{87E94759-7393-4921-DF21-86BBD92EADBC}"/>
          </ac:picMkLst>
        </pc:picChg>
        <pc:picChg chg="add mod">
          <ac:chgData name="Srivatsa, Srijan" userId="4610f3b9-a5bf-4f75-b9ac-8163a2bfdd02" providerId="ADAL" clId="{6235F65C-691B-46FF-AEF2-2F2833CEAB3D}" dt="2026-04-12T21:50:04.549" v="72"/>
          <ac:picMkLst>
            <pc:docMk/>
            <pc:sldMk cId="1844116572" sldId="258"/>
            <ac:picMk id="13" creationId="{4705FE0B-C5F4-1465-014E-51C44FB4A527}"/>
          </ac:picMkLst>
        </pc:picChg>
      </pc:sldChg>
    </pc:docChg>
  </pc:docChgLst>
  <pc:docChgLst>
    <pc:chgData name="Hicks, Kierstin A" userId="d7225e32-23be-4ff8-8a90-274a2d167d6c" providerId="ADAL" clId="{26269EC3-BC91-5A1A-A19C-063F154F3F3C}"/>
    <pc:docChg chg="custSel addSld modSld sldOrd">
      <pc:chgData name="Hicks, Kierstin A" userId="d7225e32-23be-4ff8-8a90-274a2d167d6c" providerId="ADAL" clId="{26269EC3-BC91-5A1A-A19C-063F154F3F3C}" dt="2026-04-13T02:23:40.494" v="1271"/>
      <pc:docMkLst>
        <pc:docMk/>
      </pc:docMkLst>
      <pc:sldChg chg="addSp delSp modSp mod modTransition modAnim">
        <pc:chgData name="Hicks, Kierstin A" userId="d7225e32-23be-4ff8-8a90-274a2d167d6c" providerId="ADAL" clId="{26269EC3-BC91-5A1A-A19C-063F154F3F3C}" dt="2026-04-13T02:04:51.136" v="1202"/>
        <pc:sldMkLst>
          <pc:docMk/>
          <pc:sldMk cId="2330526660" sldId="256"/>
        </pc:sldMkLst>
        <pc:spChg chg="mod">
          <ac:chgData name="Hicks, Kierstin A" userId="d7225e32-23be-4ff8-8a90-274a2d167d6c" providerId="ADAL" clId="{26269EC3-BC91-5A1A-A19C-063F154F3F3C}" dt="2026-04-12T17:13:29.356" v="68"/>
          <ac:spMkLst>
            <pc:docMk/>
            <pc:sldMk cId="2330526660" sldId="256"/>
            <ac:spMk id="2" creationId="{E2D1D16C-7F17-1CC4-FBD0-790558B8DD4C}"/>
          </ac:spMkLst>
        </pc:spChg>
        <pc:spChg chg="mod">
          <ac:chgData name="Hicks, Kierstin A" userId="d7225e32-23be-4ff8-8a90-274a2d167d6c" providerId="ADAL" clId="{26269EC3-BC91-5A1A-A19C-063F154F3F3C}" dt="2026-04-12T17:13:29.356" v="68"/>
          <ac:spMkLst>
            <pc:docMk/>
            <pc:sldMk cId="2330526660" sldId="256"/>
            <ac:spMk id="3" creationId="{E4E0DFD8-AF87-374A-2F31-10EB2797555B}"/>
          </ac:spMkLst>
        </pc:spChg>
        <pc:spChg chg="mod">
          <ac:chgData name="Hicks, Kierstin A" userId="d7225e32-23be-4ff8-8a90-274a2d167d6c" providerId="ADAL" clId="{26269EC3-BC91-5A1A-A19C-063F154F3F3C}" dt="2026-04-13T00:17:31.877" v="70" actId="20577"/>
          <ac:spMkLst>
            <pc:docMk/>
            <pc:sldMk cId="2330526660" sldId="256"/>
            <ac:spMk id="4" creationId="{E446BA76-7621-0018-F8A9-6B2CD7D47C2D}"/>
          </ac:spMkLst>
        </pc:spChg>
        <pc:picChg chg="add del mod">
          <ac:chgData name="Hicks, Kierstin A" userId="d7225e32-23be-4ff8-8a90-274a2d167d6c" providerId="ADAL" clId="{26269EC3-BC91-5A1A-A19C-063F154F3F3C}" dt="2026-04-13T02:04:08.108" v="1201"/>
          <ac:picMkLst>
            <pc:docMk/>
            <pc:sldMk cId="2330526660" sldId="256"/>
            <ac:picMk id="8" creationId="{84070D97-E503-6A1A-7E4E-50880C2AF96F}"/>
          </ac:picMkLst>
        </pc:picChg>
        <pc:picChg chg="add mod">
          <ac:chgData name="Hicks, Kierstin A" userId="d7225e32-23be-4ff8-8a90-274a2d167d6c" providerId="ADAL" clId="{26269EC3-BC91-5A1A-A19C-063F154F3F3C}" dt="2026-04-13T02:04:51.136" v="1202"/>
          <ac:picMkLst>
            <pc:docMk/>
            <pc:sldMk cId="2330526660" sldId="256"/>
            <ac:picMk id="12" creationId="{2F902989-F018-F232-20B7-932A346177CC}"/>
          </ac:picMkLst>
        </pc:picChg>
      </pc:sldChg>
      <pc:sldChg chg="modSp ord">
        <pc:chgData name="Hicks, Kierstin A" userId="d7225e32-23be-4ff8-8a90-274a2d167d6c" providerId="ADAL" clId="{26269EC3-BC91-5A1A-A19C-063F154F3F3C}" dt="2026-04-12T17:13:29.356" v="68"/>
        <pc:sldMkLst>
          <pc:docMk/>
          <pc:sldMk cId="3112521309" sldId="257"/>
        </pc:sldMkLst>
        <pc:spChg chg="mod">
          <ac:chgData name="Hicks, Kierstin A" userId="d7225e32-23be-4ff8-8a90-274a2d167d6c" providerId="ADAL" clId="{26269EC3-BC91-5A1A-A19C-063F154F3F3C}" dt="2026-04-12T17:13:29.356" v="68"/>
          <ac:spMkLst>
            <pc:docMk/>
            <pc:sldMk cId="3112521309" sldId="257"/>
            <ac:spMk id="2" creationId="{2D069156-6DA7-15C6-FCCE-A70AE893C875}"/>
          </ac:spMkLst>
        </pc:spChg>
        <pc:spChg chg="mod">
          <ac:chgData name="Hicks, Kierstin A" userId="d7225e32-23be-4ff8-8a90-274a2d167d6c" providerId="ADAL" clId="{26269EC3-BC91-5A1A-A19C-063F154F3F3C}" dt="2026-04-12T17:13:29.356" v="68"/>
          <ac:spMkLst>
            <pc:docMk/>
            <pc:sldMk cId="3112521309" sldId="257"/>
            <ac:spMk id="3" creationId="{D1E5DC09-71E0-6220-CD58-D0215F50DE34}"/>
          </ac:spMkLst>
        </pc:spChg>
      </pc:sldChg>
      <pc:sldChg chg="modSp new mod">
        <pc:chgData name="Hicks, Kierstin A" userId="d7225e32-23be-4ff8-8a90-274a2d167d6c" providerId="ADAL" clId="{26269EC3-BC91-5A1A-A19C-063F154F3F3C}" dt="2026-04-12T17:13:29.356" v="68"/>
        <pc:sldMkLst>
          <pc:docMk/>
          <pc:sldMk cId="1844116572" sldId="258"/>
        </pc:sldMkLst>
        <pc:spChg chg="mod">
          <ac:chgData name="Hicks, Kierstin A" userId="d7225e32-23be-4ff8-8a90-274a2d167d6c" providerId="ADAL" clId="{26269EC3-BC91-5A1A-A19C-063F154F3F3C}" dt="2026-04-12T17:13:29.356" v="68"/>
          <ac:spMkLst>
            <pc:docMk/>
            <pc:sldMk cId="1844116572" sldId="258"/>
            <ac:spMk id="2" creationId="{257F5F43-3FDC-4EC5-8E3A-F91112DCDE31}"/>
          </ac:spMkLst>
        </pc:spChg>
        <pc:spChg chg="mod">
          <ac:chgData name="Hicks, Kierstin A" userId="d7225e32-23be-4ff8-8a90-274a2d167d6c" providerId="ADAL" clId="{26269EC3-BC91-5A1A-A19C-063F154F3F3C}" dt="2026-04-12T17:13:29.356" v="68"/>
          <ac:spMkLst>
            <pc:docMk/>
            <pc:sldMk cId="1844116572" sldId="258"/>
            <ac:spMk id="3" creationId="{DD719180-39BA-049A-C6FD-46D20298B6BE}"/>
          </ac:spMkLst>
        </pc:spChg>
      </pc:sldChg>
      <pc:sldChg chg="addSp delSp modSp new mod modTransition modAnim">
        <pc:chgData name="Hicks, Kierstin A" userId="d7225e32-23be-4ff8-8a90-274a2d167d6c" providerId="ADAL" clId="{26269EC3-BC91-5A1A-A19C-063F154F3F3C}" dt="2026-04-13T02:10:24.309" v="1210"/>
        <pc:sldMkLst>
          <pc:docMk/>
          <pc:sldMk cId="1682053123" sldId="259"/>
        </pc:sldMkLst>
        <pc:spChg chg="mod">
          <ac:chgData name="Hicks, Kierstin A" userId="d7225e32-23be-4ff8-8a90-274a2d167d6c" providerId="ADAL" clId="{26269EC3-BC91-5A1A-A19C-063F154F3F3C}" dt="2026-04-12T17:13:29.356" v="68"/>
          <ac:spMkLst>
            <pc:docMk/>
            <pc:sldMk cId="1682053123" sldId="259"/>
            <ac:spMk id="2" creationId="{5C997F0A-D7EB-E5D0-E1EC-6CBE1EFD6D7D}"/>
          </ac:spMkLst>
        </pc:spChg>
        <pc:spChg chg="mod">
          <ac:chgData name="Hicks, Kierstin A" userId="d7225e32-23be-4ff8-8a90-274a2d167d6c" providerId="ADAL" clId="{26269EC3-BC91-5A1A-A19C-063F154F3F3C}" dt="2026-04-12T17:13:29.356" v="68"/>
          <ac:spMkLst>
            <pc:docMk/>
            <pc:sldMk cId="1682053123" sldId="259"/>
            <ac:spMk id="3" creationId="{CA43728B-BA65-30BF-5B1B-39C695FEBDC9}"/>
          </ac:spMkLst>
        </pc:spChg>
        <pc:spChg chg="mod">
          <ac:chgData name="Hicks, Kierstin A" userId="d7225e32-23be-4ff8-8a90-274a2d167d6c" providerId="ADAL" clId="{26269EC3-BC91-5A1A-A19C-063F154F3F3C}" dt="2026-04-13T01:46:39.922" v="1199" actId="20577"/>
          <ac:spMkLst>
            <pc:docMk/>
            <pc:sldMk cId="1682053123" sldId="259"/>
            <ac:spMk id="5" creationId="{F7063FCA-EFA7-D3DF-0DBE-1C26124FF020}"/>
          </ac:spMkLst>
        </pc:spChg>
        <pc:picChg chg="add del mod">
          <ac:chgData name="Hicks, Kierstin A" userId="d7225e32-23be-4ff8-8a90-274a2d167d6c" providerId="ADAL" clId="{26269EC3-BC91-5A1A-A19C-063F154F3F3C}" dt="2026-04-13T02:07:38.779" v="1207"/>
          <ac:picMkLst>
            <pc:docMk/>
            <pc:sldMk cId="1682053123" sldId="259"/>
            <ac:picMk id="12" creationId="{2D567E2C-04F6-E32E-78CE-32D9443B55A8}"/>
          </ac:picMkLst>
        </pc:picChg>
        <pc:picChg chg="add del mod">
          <ac:chgData name="Hicks, Kierstin A" userId="d7225e32-23be-4ff8-8a90-274a2d167d6c" providerId="ADAL" clId="{26269EC3-BC91-5A1A-A19C-063F154F3F3C}" dt="2026-04-13T02:09:06.563" v="1209"/>
          <ac:picMkLst>
            <pc:docMk/>
            <pc:sldMk cId="1682053123" sldId="259"/>
            <ac:picMk id="18" creationId="{0D5D0428-8E28-3E77-4996-E8A6D0281702}"/>
          </ac:picMkLst>
        </pc:picChg>
        <pc:picChg chg="add mod">
          <ac:chgData name="Hicks, Kierstin A" userId="d7225e32-23be-4ff8-8a90-274a2d167d6c" providerId="ADAL" clId="{26269EC3-BC91-5A1A-A19C-063F154F3F3C}" dt="2026-04-13T02:10:24.309" v="1210"/>
          <ac:picMkLst>
            <pc:docMk/>
            <pc:sldMk cId="1682053123" sldId="259"/>
            <ac:picMk id="24" creationId="{1DD488F1-B1C5-19B4-AEC1-7D66418D1E29}"/>
          </ac:picMkLst>
        </pc:picChg>
      </pc:sldChg>
      <pc:sldChg chg="addSp delSp modSp new mod modTransition modAnim">
        <pc:chgData name="Hicks, Kierstin A" userId="d7225e32-23be-4ff8-8a90-274a2d167d6c" providerId="ADAL" clId="{26269EC3-BC91-5A1A-A19C-063F154F3F3C}" dt="2026-04-13T02:23:40.494" v="1271"/>
        <pc:sldMkLst>
          <pc:docMk/>
          <pc:sldMk cId="3416176757" sldId="260"/>
        </pc:sldMkLst>
        <pc:spChg chg="mod">
          <ac:chgData name="Hicks, Kierstin A" userId="d7225e32-23be-4ff8-8a90-274a2d167d6c" providerId="ADAL" clId="{26269EC3-BC91-5A1A-A19C-063F154F3F3C}" dt="2026-04-12T17:13:29.356" v="68"/>
          <ac:spMkLst>
            <pc:docMk/>
            <pc:sldMk cId="3416176757" sldId="260"/>
            <ac:spMk id="2" creationId="{CCBCAA3C-775C-7EB2-2407-F17393E4F624}"/>
          </ac:spMkLst>
        </pc:spChg>
        <pc:spChg chg="mod">
          <ac:chgData name="Hicks, Kierstin A" userId="d7225e32-23be-4ff8-8a90-274a2d167d6c" providerId="ADAL" clId="{26269EC3-BC91-5A1A-A19C-063F154F3F3C}" dt="2026-04-12T17:13:29.356" v="68"/>
          <ac:spMkLst>
            <pc:docMk/>
            <pc:sldMk cId="3416176757" sldId="260"/>
            <ac:spMk id="3" creationId="{C9D581D4-9364-041B-FB9F-E8968D295C5C}"/>
          </ac:spMkLst>
        </pc:spChg>
        <pc:spChg chg="add mod">
          <ac:chgData name="Hicks, Kierstin A" userId="d7225e32-23be-4ff8-8a90-274a2d167d6c" providerId="ADAL" clId="{26269EC3-BC91-5A1A-A19C-063F154F3F3C}" dt="2026-04-13T02:22:33.805" v="1262" actId="20577"/>
          <ac:spMkLst>
            <pc:docMk/>
            <pc:sldMk cId="3416176757" sldId="260"/>
            <ac:spMk id="7" creationId="{3A10D4BF-A688-8E50-B777-7D2B976753F7}"/>
          </ac:spMkLst>
        </pc:spChg>
        <pc:spChg chg="del">
          <ac:chgData name="Hicks, Kierstin A" userId="d7225e32-23be-4ff8-8a90-274a2d167d6c" providerId="ADAL" clId="{26269EC3-BC91-5A1A-A19C-063F154F3F3C}" dt="2026-04-13T02:12:42.519" v="1211"/>
          <ac:spMkLst>
            <pc:docMk/>
            <pc:sldMk cId="3416176757" sldId="260"/>
            <ac:spMk id="10" creationId="{F6FFC804-D4BE-3F16-C9B8-E7DF4C2274E7}"/>
          </ac:spMkLst>
        </pc:spChg>
        <pc:spChg chg="del">
          <ac:chgData name="Hicks, Kierstin A" userId="d7225e32-23be-4ff8-8a90-274a2d167d6c" providerId="ADAL" clId="{26269EC3-BC91-5A1A-A19C-063F154F3F3C}" dt="2026-04-13T02:12:45.403" v="1212" actId="478"/>
          <ac:spMkLst>
            <pc:docMk/>
            <pc:sldMk cId="3416176757" sldId="260"/>
            <ac:spMk id="11" creationId="{BD9B43A3-70B2-AF22-1DEE-1F14CB7ED36B}"/>
          </ac:spMkLst>
        </pc:spChg>
        <pc:picChg chg="add del mod">
          <ac:chgData name="Hicks, Kierstin A" userId="d7225e32-23be-4ff8-8a90-274a2d167d6c" providerId="ADAL" clId="{26269EC3-BC91-5A1A-A19C-063F154F3F3C}" dt="2026-04-13T02:18:43.687" v="1223"/>
          <ac:picMkLst>
            <pc:docMk/>
            <pc:sldMk cId="3416176757" sldId="260"/>
            <ac:picMk id="12" creationId="{E4F2CB23-1F6E-13BE-89B1-CCBFDEB5312E}"/>
          </ac:picMkLst>
        </pc:picChg>
        <pc:picChg chg="add del mod">
          <ac:chgData name="Hicks, Kierstin A" userId="d7225e32-23be-4ff8-8a90-274a2d167d6c" providerId="ADAL" clId="{26269EC3-BC91-5A1A-A19C-063F154F3F3C}" dt="2026-04-13T02:18:56.122" v="1225"/>
          <ac:picMkLst>
            <pc:docMk/>
            <pc:sldMk cId="3416176757" sldId="260"/>
            <ac:picMk id="17" creationId="{3C376358-C9BF-6134-D9F2-618DCDBC5832}"/>
          </ac:picMkLst>
        </pc:picChg>
        <pc:picChg chg="add del mod">
          <ac:chgData name="Hicks, Kierstin A" userId="d7225e32-23be-4ff8-8a90-274a2d167d6c" providerId="ADAL" clId="{26269EC3-BC91-5A1A-A19C-063F154F3F3C}" dt="2026-04-13T02:22:03.186" v="1227"/>
          <ac:picMkLst>
            <pc:docMk/>
            <pc:sldMk cId="3416176757" sldId="260"/>
            <ac:picMk id="21" creationId="{AD54F42C-134A-3064-587F-2F17151C26BE}"/>
          </ac:picMkLst>
        </pc:picChg>
        <pc:picChg chg="add del mod">
          <ac:chgData name="Hicks, Kierstin A" userId="d7225e32-23be-4ff8-8a90-274a2d167d6c" providerId="ADAL" clId="{26269EC3-BC91-5A1A-A19C-063F154F3F3C}" dt="2026-04-13T02:22:58.784" v="1264"/>
          <ac:picMkLst>
            <pc:docMk/>
            <pc:sldMk cId="3416176757" sldId="260"/>
            <ac:picMk id="28" creationId="{DFA8B761-F557-3CA2-0480-EA2DDE8E51C6}"/>
          </ac:picMkLst>
        </pc:picChg>
        <pc:picChg chg="add del mod">
          <ac:chgData name="Hicks, Kierstin A" userId="d7225e32-23be-4ff8-8a90-274a2d167d6c" providerId="ADAL" clId="{26269EC3-BC91-5A1A-A19C-063F154F3F3C}" dt="2026-04-13T02:23:09.371" v="1266"/>
          <ac:picMkLst>
            <pc:docMk/>
            <pc:sldMk cId="3416176757" sldId="260"/>
            <ac:picMk id="34" creationId="{7709A423-56CB-0560-898D-1637B74C0E77}"/>
          </ac:picMkLst>
        </pc:picChg>
        <pc:picChg chg="add del mod">
          <ac:chgData name="Hicks, Kierstin A" userId="d7225e32-23be-4ff8-8a90-274a2d167d6c" providerId="ADAL" clId="{26269EC3-BC91-5A1A-A19C-063F154F3F3C}" dt="2026-04-13T02:23:20.008" v="1268"/>
          <ac:picMkLst>
            <pc:docMk/>
            <pc:sldMk cId="3416176757" sldId="260"/>
            <ac:picMk id="38" creationId="{4D9323C9-CE28-C6A9-6449-4A23A3E50178}"/>
          </ac:picMkLst>
        </pc:picChg>
        <pc:picChg chg="add del mod">
          <ac:chgData name="Hicks, Kierstin A" userId="d7225e32-23be-4ff8-8a90-274a2d167d6c" providerId="ADAL" clId="{26269EC3-BC91-5A1A-A19C-063F154F3F3C}" dt="2026-04-13T02:23:29.560" v="1270"/>
          <ac:picMkLst>
            <pc:docMk/>
            <pc:sldMk cId="3416176757" sldId="260"/>
            <ac:picMk id="42" creationId="{D818319E-AF90-8F31-5AB8-8C80F3D92DCA}"/>
          </ac:picMkLst>
        </pc:picChg>
        <pc:picChg chg="add mod">
          <ac:chgData name="Hicks, Kierstin A" userId="d7225e32-23be-4ff8-8a90-274a2d167d6c" providerId="ADAL" clId="{26269EC3-BC91-5A1A-A19C-063F154F3F3C}" dt="2026-04-13T02:23:40.494" v="1271"/>
          <ac:picMkLst>
            <pc:docMk/>
            <pc:sldMk cId="3416176757" sldId="260"/>
            <ac:picMk id="46" creationId="{76BB0E65-4D0E-AE72-1A44-C4525A4EF8CD}"/>
          </ac:picMkLst>
        </pc:picChg>
      </pc:sldChg>
      <pc:sldChg chg="addSp delSp modSp new mod ord modTransition modAnim">
        <pc:chgData name="Hicks, Kierstin A" userId="d7225e32-23be-4ff8-8a90-274a2d167d6c" providerId="ADAL" clId="{26269EC3-BC91-5A1A-A19C-063F154F3F3C}" dt="2026-04-13T02:06:45.584" v="1205"/>
        <pc:sldMkLst>
          <pc:docMk/>
          <pc:sldMk cId="3202934461" sldId="261"/>
        </pc:sldMkLst>
        <pc:spChg chg="mod">
          <ac:chgData name="Hicks, Kierstin A" userId="d7225e32-23be-4ff8-8a90-274a2d167d6c" providerId="ADAL" clId="{26269EC3-BC91-5A1A-A19C-063F154F3F3C}" dt="2026-04-12T17:13:29.356" v="68"/>
          <ac:spMkLst>
            <pc:docMk/>
            <pc:sldMk cId="3202934461" sldId="261"/>
            <ac:spMk id="2" creationId="{F44593F8-7131-E4B0-07D6-4F794C6AE4EC}"/>
          </ac:spMkLst>
        </pc:spChg>
        <pc:spChg chg="mod">
          <ac:chgData name="Hicks, Kierstin A" userId="d7225e32-23be-4ff8-8a90-274a2d167d6c" providerId="ADAL" clId="{26269EC3-BC91-5A1A-A19C-063F154F3F3C}" dt="2026-04-12T17:13:29.356" v="68"/>
          <ac:spMkLst>
            <pc:docMk/>
            <pc:sldMk cId="3202934461" sldId="261"/>
            <ac:spMk id="3" creationId="{512628E4-B4B7-64FA-E032-6D0F70379AE1}"/>
          </ac:spMkLst>
        </pc:spChg>
        <pc:spChg chg="add">
          <ac:chgData name="Hicks, Kierstin A" userId="d7225e32-23be-4ff8-8a90-274a2d167d6c" providerId="ADAL" clId="{26269EC3-BC91-5A1A-A19C-063F154F3F3C}" dt="2026-04-13T01:16:24.624" v="118"/>
          <ac:spMkLst>
            <pc:docMk/>
            <pc:sldMk cId="3202934461" sldId="261"/>
            <ac:spMk id="4" creationId="{9B491426-0E04-D2B7-3DBB-3F782FC36851}"/>
          </ac:spMkLst>
        </pc:spChg>
        <pc:spChg chg="mod">
          <ac:chgData name="Hicks, Kierstin A" userId="d7225e32-23be-4ff8-8a90-274a2d167d6c" providerId="ADAL" clId="{26269EC3-BC91-5A1A-A19C-063F154F3F3C}" dt="2026-04-13T01:24:01.920" v="617" actId="20577"/>
          <ac:spMkLst>
            <pc:docMk/>
            <pc:sldMk cId="3202934461" sldId="261"/>
            <ac:spMk id="5" creationId="{29BC1C24-62CF-2F8A-2EB0-64755C7D4E83}"/>
          </ac:spMkLst>
        </pc:spChg>
        <pc:spChg chg="add">
          <ac:chgData name="Hicks, Kierstin A" userId="d7225e32-23be-4ff8-8a90-274a2d167d6c" providerId="ADAL" clId="{26269EC3-BC91-5A1A-A19C-063F154F3F3C}" dt="2026-04-13T01:16:27.954" v="119"/>
          <ac:spMkLst>
            <pc:docMk/>
            <pc:sldMk cId="3202934461" sldId="261"/>
            <ac:spMk id="6" creationId="{44F47190-CD49-E6D1-B100-04ED9C3E1BE9}"/>
          </ac:spMkLst>
        </pc:spChg>
        <pc:picChg chg="add del mod">
          <ac:chgData name="Hicks, Kierstin A" userId="d7225e32-23be-4ff8-8a90-274a2d167d6c" providerId="ADAL" clId="{26269EC3-BC91-5A1A-A19C-063F154F3F3C}" dt="2026-04-13T02:05:49.864" v="1204"/>
          <ac:picMkLst>
            <pc:docMk/>
            <pc:sldMk cId="3202934461" sldId="261"/>
            <ac:picMk id="12" creationId="{03483CB3-BAD5-591E-6AB5-038D01165213}"/>
          </ac:picMkLst>
        </pc:picChg>
        <pc:picChg chg="add mod">
          <ac:chgData name="Hicks, Kierstin A" userId="d7225e32-23be-4ff8-8a90-274a2d167d6c" providerId="ADAL" clId="{26269EC3-BC91-5A1A-A19C-063F154F3F3C}" dt="2026-04-13T02:06:45.584" v="1205"/>
          <ac:picMkLst>
            <pc:docMk/>
            <pc:sldMk cId="3202934461" sldId="261"/>
            <ac:picMk id="16" creationId="{484AEAA6-AEFA-6BD4-52F4-0EDF207E6B87}"/>
          </ac:picMkLst>
        </pc:picChg>
      </pc:sldChg>
      <pc:sldChg chg="modSp new mod">
        <pc:chgData name="Hicks, Kierstin A" userId="d7225e32-23be-4ff8-8a90-274a2d167d6c" providerId="ADAL" clId="{26269EC3-BC91-5A1A-A19C-063F154F3F3C}" dt="2026-04-12T17:13:29.356" v="68"/>
        <pc:sldMkLst>
          <pc:docMk/>
          <pc:sldMk cId="2482708046" sldId="262"/>
        </pc:sldMkLst>
        <pc:spChg chg="mod">
          <ac:chgData name="Hicks, Kierstin A" userId="d7225e32-23be-4ff8-8a90-274a2d167d6c" providerId="ADAL" clId="{26269EC3-BC91-5A1A-A19C-063F154F3F3C}" dt="2026-04-12T17:13:29.356" v="68"/>
          <ac:spMkLst>
            <pc:docMk/>
            <pc:sldMk cId="2482708046" sldId="262"/>
            <ac:spMk id="2" creationId="{E9752365-3E8D-164A-5402-653A0FEB85F7}"/>
          </ac:spMkLst>
        </pc:spChg>
        <pc:spChg chg="mod">
          <ac:chgData name="Hicks, Kierstin A" userId="d7225e32-23be-4ff8-8a90-274a2d167d6c" providerId="ADAL" clId="{26269EC3-BC91-5A1A-A19C-063F154F3F3C}" dt="2026-04-12T17:13:29.356" v="68"/>
          <ac:spMkLst>
            <pc:docMk/>
            <pc:sldMk cId="2482708046" sldId="262"/>
            <ac:spMk id="3" creationId="{A420ABE4-DC1A-0399-E16D-019EF0AEB7DB}"/>
          </ac:spMkLst>
        </pc:spChg>
      </pc:sldChg>
      <pc:sldChg chg="addSp delSp modSp modTransition modAnim">
        <pc:chgData name="Hicks, Kierstin A" userId="d7225e32-23be-4ff8-8a90-274a2d167d6c" providerId="ADAL" clId="{26269EC3-BC91-5A1A-A19C-063F154F3F3C}" dt="2026-04-13T02:18:26.840" v="1222"/>
        <pc:sldMkLst>
          <pc:docMk/>
          <pc:sldMk cId="1449194714" sldId="309"/>
        </pc:sldMkLst>
        <pc:picChg chg="add del mod">
          <ac:chgData name="Hicks, Kierstin A" userId="d7225e32-23be-4ff8-8a90-274a2d167d6c" providerId="ADAL" clId="{26269EC3-BC91-5A1A-A19C-063F154F3F3C}" dt="2026-04-13T02:14:50.808" v="1220"/>
          <ac:picMkLst>
            <pc:docMk/>
            <pc:sldMk cId="1449194714" sldId="309"/>
            <ac:picMk id="8" creationId="{C9F11354-1D1C-B14D-7C8C-A4FDB0A6CAB6}"/>
          </ac:picMkLst>
        </pc:picChg>
        <pc:picChg chg="add del mod">
          <ac:chgData name="Hicks, Kierstin A" userId="d7225e32-23be-4ff8-8a90-274a2d167d6c" providerId="ADAL" clId="{26269EC3-BC91-5A1A-A19C-063F154F3F3C}" dt="2026-04-13T02:18:26.840" v="1222"/>
          <ac:picMkLst>
            <pc:docMk/>
            <pc:sldMk cId="1449194714" sldId="309"/>
            <ac:picMk id="12" creationId="{40CE1FDD-BA78-C53F-CF5A-E1E5D5C2D26C}"/>
          </ac:picMkLst>
        </pc:picChg>
      </pc:sldChg>
    </pc:docChg>
  </pc:docChgLst>
  <pc:docChgLst>
    <pc:chgData name="Baker, Wesley G" userId="ea8c31a3-f252-4001-868f-f8c251d74e19" providerId="ADAL" clId="{696D4F8F-2BA0-4CB8-9B5E-8CF638F3C673}"/>
    <pc:docChg chg="addSld modSld">
      <pc:chgData name="Baker, Wesley G" userId="ea8c31a3-f252-4001-868f-f8c251d74e19" providerId="ADAL" clId="{696D4F8F-2BA0-4CB8-9B5E-8CF638F3C673}" dt="2026-04-11T23:07:16.274" v="289"/>
      <pc:docMkLst>
        <pc:docMk/>
      </pc:docMkLst>
      <pc:sldChg chg="addSp modSp new mod">
        <pc:chgData name="Baker, Wesley G" userId="ea8c31a3-f252-4001-868f-f8c251d74e19" providerId="ADAL" clId="{696D4F8F-2BA0-4CB8-9B5E-8CF638F3C673}" dt="2026-04-11T23:07:16.274" v="289"/>
        <pc:sldMkLst>
          <pc:docMk/>
          <pc:sldMk cId="3112521309" sldId="257"/>
        </pc:sldMkLst>
        <pc:spChg chg="mod">
          <ac:chgData name="Baker, Wesley G" userId="ea8c31a3-f252-4001-868f-f8c251d74e19" providerId="ADAL" clId="{696D4F8F-2BA0-4CB8-9B5E-8CF638F3C673}" dt="2026-04-11T19:44:01.450" v="31" actId="20577"/>
          <ac:spMkLst>
            <pc:docMk/>
            <pc:sldMk cId="3112521309" sldId="257"/>
            <ac:spMk id="2" creationId="{2D069156-6DA7-15C6-FCCE-A70AE893C875}"/>
          </ac:spMkLst>
        </pc:spChg>
        <pc:spChg chg="mod">
          <ac:chgData name="Baker, Wesley G" userId="ea8c31a3-f252-4001-868f-f8c251d74e19" providerId="ADAL" clId="{696D4F8F-2BA0-4CB8-9B5E-8CF638F3C673}" dt="2026-04-11T19:47:13.463" v="288" actId="20577"/>
          <ac:spMkLst>
            <pc:docMk/>
            <pc:sldMk cId="3112521309" sldId="257"/>
            <ac:spMk id="3" creationId="{D1E5DC09-71E0-6220-CD58-D0215F50DE34}"/>
          </ac:spMkLst>
        </pc:spChg>
        <pc:picChg chg="add mod">
          <ac:chgData name="Baker, Wesley G" userId="ea8c31a3-f252-4001-868f-f8c251d74e19" providerId="ADAL" clId="{696D4F8F-2BA0-4CB8-9B5E-8CF638F3C673}" dt="2026-04-11T23:07:16.274" v="289"/>
          <ac:picMkLst>
            <pc:docMk/>
            <pc:sldMk cId="3112521309" sldId="257"/>
            <ac:picMk id="7" creationId="{03560A04-0BBC-6056-4504-28BE30669966}"/>
          </ac:picMkLst>
        </pc:picChg>
      </pc:sldChg>
    </pc:docChg>
  </pc:docChgLst>
  <pc:docChgLst>
    <pc:chgData name="Patel, Dipen" userId="95e02c68-5e51-4f8d-947a-942f03987a5d" providerId="ADAL" clId="{51AE6DE0-2FF7-44D9-8D70-0994A1D438E3}"/>
    <pc:docChg chg="undo custSel addSld delSld modSld">
      <pc:chgData name="Patel, Dipen" userId="95e02c68-5e51-4f8d-947a-942f03987a5d" providerId="ADAL" clId="{51AE6DE0-2FF7-44D9-8D70-0994A1D438E3}" dt="2026-04-12T23:48:31.958" v="610" actId="47"/>
      <pc:docMkLst>
        <pc:docMk/>
      </pc:docMkLst>
      <pc:sldChg chg="addSp modSp mod">
        <pc:chgData name="Patel, Dipen" userId="95e02c68-5e51-4f8d-947a-942f03987a5d" providerId="ADAL" clId="{51AE6DE0-2FF7-44D9-8D70-0994A1D438E3}" dt="2026-04-12T21:23:25.051" v="267" actId="120"/>
        <pc:sldMkLst>
          <pc:docMk/>
          <pc:sldMk cId="2330526660" sldId="256"/>
        </pc:sldMkLst>
        <pc:spChg chg="mod">
          <ac:chgData name="Patel, Dipen" userId="95e02c68-5e51-4f8d-947a-942f03987a5d" providerId="ADAL" clId="{51AE6DE0-2FF7-44D9-8D70-0994A1D438E3}" dt="2026-04-12T21:23:25.051" v="267" actId="120"/>
          <ac:spMkLst>
            <pc:docMk/>
            <pc:sldMk cId="2330526660" sldId="256"/>
            <ac:spMk id="2" creationId="{E2D1D16C-7F17-1CC4-FBD0-790558B8DD4C}"/>
          </ac:spMkLst>
        </pc:spChg>
        <pc:spChg chg="mod">
          <ac:chgData name="Patel, Dipen" userId="95e02c68-5e51-4f8d-947a-942f03987a5d" providerId="ADAL" clId="{51AE6DE0-2FF7-44D9-8D70-0994A1D438E3}" dt="2026-04-12T21:23:25.051" v="267" actId="120"/>
          <ac:spMkLst>
            <pc:docMk/>
            <pc:sldMk cId="2330526660" sldId="256"/>
            <ac:spMk id="3" creationId="{E4E0DFD8-AF87-374A-2F31-10EB2797555B}"/>
          </ac:spMkLst>
        </pc:spChg>
        <pc:spChg chg="add mod">
          <ac:chgData name="Patel, Dipen" userId="95e02c68-5e51-4f8d-947a-942f03987a5d" providerId="ADAL" clId="{51AE6DE0-2FF7-44D9-8D70-0994A1D438E3}" dt="2026-04-12T21:23:25.051" v="267" actId="120"/>
          <ac:spMkLst>
            <pc:docMk/>
            <pc:sldMk cId="2330526660" sldId="256"/>
            <ac:spMk id="4" creationId="{E446BA76-7621-0018-F8A9-6B2CD7D47C2D}"/>
          </ac:spMkLst>
        </pc:spChg>
      </pc:sldChg>
      <pc:sldChg chg="modSp mod modClrScheme chgLayout">
        <pc:chgData name="Patel, Dipen" userId="95e02c68-5e51-4f8d-947a-942f03987a5d" providerId="ADAL" clId="{51AE6DE0-2FF7-44D9-8D70-0994A1D438E3}" dt="2026-04-12T21:07:33.996" v="88" actId="27636"/>
        <pc:sldMkLst>
          <pc:docMk/>
          <pc:sldMk cId="3112521309" sldId="257"/>
        </pc:sldMkLst>
        <pc:spChg chg="mod ord">
          <ac:chgData name="Patel, Dipen" userId="95e02c68-5e51-4f8d-947a-942f03987a5d" providerId="ADAL" clId="{51AE6DE0-2FF7-44D9-8D70-0994A1D438E3}" dt="2026-04-12T21:07:33.957" v="87" actId="700"/>
          <ac:spMkLst>
            <pc:docMk/>
            <pc:sldMk cId="3112521309" sldId="257"/>
            <ac:spMk id="2" creationId="{2D069156-6DA7-15C6-FCCE-A70AE893C875}"/>
          </ac:spMkLst>
        </pc:spChg>
        <pc:spChg chg="mod ord">
          <ac:chgData name="Patel, Dipen" userId="95e02c68-5e51-4f8d-947a-942f03987a5d" providerId="ADAL" clId="{51AE6DE0-2FF7-44D9-8D70-0994A1D438E3}" dt="2026-04-12T21:07:33.996" v="88" actId="27636"/>
          <ac:spMkLst>
            <pc:docMk/>
            <pc:sldMk cId="3112521309" sldId="257"/>
            <ac:spMk id="3" creationId="{D1E5DC09-71E0-6220-CD58-D0215F50DE34}"/>
          </ac:spMkLst>
        </pc:spChg>
      </pc:sldChg>
      <pc:sldChg chg="addSp delSp modSp mod modClrScheme chgLayout">
        <pc:chgData name="Patel, Dipen" userId="95e02c68-5e51-4f8d-947a-942f03987a5d" providerId="ADAL" clId="{51AE6DE0-2FF7-44D9-8D70-0994A1D438E3}" dt="2026-04-12T21:48:41.883" v="349" actId="1032"/>
        <pc:sldMkLst>
          <pc:docMk/>
          <pc:sldMk cId="1844116572" sldId="258"/>
        </pc:sldMkLst>
        <pc:spChg chg="mod ord">
          <ac:chgData name="Patel, Dipen" userId="95e02c68-5e51-4f8d-947a-942f03987a5d" providerId="ADAL" clId="{51AE6DE0-2FF7-44D9-8D70-0994A1D438E3}" dt="2026-04-12T21:15:08.822" v="221" actId="20577"/>
          <ac:spMkLst>
            <pc:docMk/>
            <pc:sldMk cId="1844116572" sldId="258"/>
            <ac:spMk id="2" creationId="{257F5F43-3FDC-4EC5-8E3A-F91112DCDE31}"/>
          </ac:spMkLst>
        </pc:spChg>
        <pc:spChg chg="del mod ord">
          <ac:chgData name="Patel, Dipen" userId="95e02c68-5e51-4f8d-947a-942f03987a5d" providerId="ADAL" clId="{51AE6DE0-2FF7-44D9-8D70-0994A1D438E3}" dt="2026-04-12T20:55:38.009" v="27" actId="700"/>
          <ac:spMkLst>
            <pc:docMk/>
            <pc:sldMk cId="1844116572" sldId="258"/>
            <ac:spMk id="3" creationId="{DD719180-39BA-049A-C6FD-46D20298B6BE}"/>
          </ac:spMkLst>
        </pc:spChg>
        <pc:spChg chg="add del mod ord">
          <ac:chgData name="Patel, Dipen" userId="95e02c68-5e51-4f8d-947a-942f03987a5d" providerId="ADAL" clId="{51AE6DE0-2FF7-44D9-8D70-0994A1D438E3}" dt="2026-04-12T21:07:19.469" v="86" actId="700"/>
          <ac:spMkLst>
            <pc:docMk/>
            <pc:sldMk cId="1844116572" sldId="258"/>
            <ac:spMk id="4" creationId="{F09CD466-41DF-34C7-23C3-37EAB77CE349}"/>
          </ac:spMkLst>
        </pc:spChg>
        <pc:spChg chg="add del mod ord">
          <ac:chgData name="Patel, Dipen" userId="95e02c68-5e51-4f8d-947a-942f03987a5d" providerId="ADAL" clId="{51AE6DE0-2FF7-44D9-8D70-0994A1D438E3}" dt="2026-04-12T21:19:34.937" v="228" actId="1032"/>
          <ac:spMkLst>
            <pc:docMk/>
            <pc:sldMk cId="1844116572" sldId="258"/>
            <ac:spMk id="5" creationId="{F5CA86FE-D73B-FF9A-058E-89C8FD2DF817}"/>
          </ac:spMkLst>
        </pc:spChg>
        <pc:graphicFrameChg chg="add del modGraphic">
          <ac:chgData name="Patel, Dipen" userId="95e02c68-5e51-4f8d-947a-942f03987a5d" providerId="ADAL" clId="{51AE6DE0-2FF7-44D9-8D70-0994A1D438E3}" dt="2026-04-12T21:48:41.883" v="349" actId="1032"/>
          <ac:graphicFrameMkLst>
            <pc:docMk/>
            <pc:sldMk cId="1844116572" sldId="258"/>
            <ac:graphicFrameMk id="3" creationId="{35CAA37A-CB7E-4F04-468C-36787A4DFD7E}"/>
          </ac:graphicFrameMkLst>
        </pc:graphicFrameChg>
        <pc:graphicFrameChg chg="add del modGraphic">
          <ac:chgData name="Patel, Dipen" userId="95e02c68-5e51-4f8d-947a-942f03987a5d" providerId="ADAL" clId="{51AE6DE0-2FF7-44D9-8D70-0994A1D438E3}" dt="2026-04-12T21:45:25.414" v="347" actId="1032"/>
          <ac:graphicFrameMkLst>
            <pc:docMk/>
            <pc:sldMk cId="1844116572" sldId="258"/>
            <ac:graphicFrameMk id="3" creationId="{68A7D62E-4057-CA54-1FD5-804C14346C4F}"/>
          </ac:graphicFrameMkLst>
        </pc:graphicFrameChg>
        <pc:graphicFrameChg chg="add del modGraphic">
          <ac:chgData name="Patel, Dipen" userId="95e02c68-5e51-4f8d-947a-942f03987a5d" providerId="ADAL" clId="{51AE6DE0-2FF7-44D9-8D70-0994A1D438E3}" dt="2026-04-12T21:17:59.966" v="225" actId="1032"/>
          <ac:graphicFrameMkLst>
            <pc:docMk/>
            <pc:sldMk cId="1844116572" sldId="258"/>
            <ac:graphicFrameMk id="9" creationId="{F6CC5D56-23B2-4EFB-2EAF-E5E03EC03B83}"/>
          </ac:graphicFrameMkLst>
        </pc:graphicFrameChg>
        <pc:graphicFrameChg chg="add del modGraphic">
          <ac:chgData name="Patel, Dipen" userId="95e02c68-5e51-4f8d-947a-942f03987a5d" providerId="ADAL" clId="{51AE6DE0-2FF7-44D9-8D70-0994A1D438E3}" dt="2026-04-12T21:17:59.425" v="224" actId="1032"/>
          <ac:graphicFrameMkLst>
            <pc:docMk/>
            <pc:sldMk cId="1844116572" sldId="258"/>
            <ac:graphicFrameMk id="10" creationId="{0738C066-6E46-0ED6-0114-8520D07FBFEC}"/>
          </ac:graphicFrameMkLst>
        </pc:graphicFrameChg>
        <pc:graphicFrameChg chg="add del modGraphic">
          <ac:chgData name="Patel, Dipen" userId="95e02c68-5e51-4f8d-947a-942f03987a5d" providerId="ADAL" clId="{51AE6DE0-2FF7-44D9-8D70-0994A1D438E3}" dt="2026-04-12T21:18:23.575" v="227" actId="1032"/>
          <ac:graphicFrameMkLst>
            <pc:docMk/>
            <pc:sldMk cId="1844116572" sldId="258"/>
            <ac:graphicFrameMk id="11" creationId="{FD932C81-02DF-363C-084D-D699B5418E38}"/>
          </ac:graphicFrameMkLst>
        </pc:graphicFrameChg>
        <pc:graphicFrameChg chg="add mod modGraphic">
          <ac:chgData name="Patel, Dipen" userId="95e02c68-5e51-4f8d-947a-942f03987a5d" providerId="ADAL" clId="{51AE6DE0-2FF7-44D9-8D70-0994A1D438E3}" dt="2026-04-12T21:21:01.516" v="261" actId="20577"/>
          <ac:graphicFrameMkLst>
            <pc:docMk/>
            <pc:sldMk cId="1844116572" sldId="258"/>
            <ac:graphicFrameMk id="12" creationId="{CC07A0CC-88D8-6801-DA74-6E8114A5202A}"/>
          </ac:graphicFrameMkLst>
        </pc:graphicFrameChg>
      </pc:sldChg>
      <pc:sldChg chg="addSp delSp modSp mod modClrScheme chgLayout">
        <pc:chgData name="Patel, Dipen" userId="95e02c68-5e51-4f8d-947a-942f03987a5d" providerId="ADAL" clId="{51AE6DE0-2FF7-44D9-8D70-0994A1D438E3}" dt="2026-04-12T21:07:33.957" v="87" actId="700"/>
        <pc:sldMkLst>
          <pc:docMk/>
          <pc:sldMk cId="1682053123" sldId="259"/>
        </pc:sldMkLst>
        <pc:spChg chg="mod ord">
          <ac:chgData name="Patel, Dipen" userId="95e02c68-5e51-4f8d-947a-942f03987a5d" providerId="ADAL" clId="{51AE6DE0-2FF7-44D9-8D70-0994A1D438E3}" dt="2026-04-12T21:07:33.957" v="87" actId="700"/>
          <ac:spMkLst>
            <pc:docMk/>
            <pc:sldMk cId="1682053123" sldId="259"/>
            <ac:spMk id="2" creationId="{5C997F0A-D7EB-E5D0-E1EC-6CBE1EFD6D7D}"/>
          </ac:spMkLst>
        </pc:spChg>
        <pc:spChg chg="del mod ord">
          <ac:chgData name="Patel, Dipen" userId="95e02c68-5e51-4f8d-947a-942f03987a5d" providerId="ADAL" clId="{51AE6DE0-2FF7-44D9-8D70-0994A1D438E3}" dt="2026-04-12T20:55:21.960" v="26" actId="700"/>
          <ac:spMkLst>
            <pc:docMk/>
            <pc:sldMk cId="1682053123" sldId="259"/>
            <ac:spMk id="3" creationId="{CA43728B-BA65-30BF-5B1B-39C695FEBDC9}"/>
          </ac:spMkLst>
        </pc:spChg>
        <pc:spChg chg="add del mod ord">
          <ac:chgData name="Patel, Dipen" userId="95e02c68-5e51-4f8d-947a-942f03987a5d" providerId="ADAL" clId="{51AE6DE0-2FF7-44D9-8D70-0994A1D438E3}" dt="2026-04-12T21:07:33.957" v="87" actId="700"/>
          <ac:spMkLst>
            <pc:docMk/>
            <pc:sldMk cId="1682053123" sldId="259"/>
            <ac:spMk id="4" creationId="{EFC357CC-CCD6-7C9A-5482-2F8C090BB929}"/>
          </ac:spMkLst>
        </pc:spChg>
        <pc:spChg chg="add mod ord">
          <ac:chgData name="Patel, Dipen" userId="95e02c68-5e51-4f8d-947a-942f03987a5d" providerId="ADAL" clId="{51AE6DE0-2FF7-44D9-8D70-0994A1D438E3}" dt="2026-04-12T21:07:33.957" v="87" actId="700"/>
          <ac:spMkLst>
            <pc:docMk/>
            <pc:sldMk cId="1682053123" sldId="259"/>
            <ac:spMk id="5" creationId="{F7063FCA-EFA7-D3DF-0DBE-1C26124FF020}"/>
          </ac:spMkLst>
        </pc:spChg>
      </pc:sldChg>
      <pc:sldChg chg="addSp delSp modSp mod modClrScheme chgLayout">
        <pc:chgData name="Patel, Dipen" userId="95e02c68-5e51-4f8d-947a-942f03987a5d" providerId="ADAL" clId="{51AE6DE0-2FF7-44D9-8D70-0994A1D438E3}" dt="2026-04-12T21:38:40.935" v="339" actId="700"/>
        <pc:sldMkLst>
          <pc:docMk/>
          <pc:sldMk cId="3416176757" sldId="260"/>
        </pc:sldMkLst>
        <pc:spChg chg="mod ord">
          <ac:chgData name="Patel, Dipen" userId="95e02c68-5e51-4f8d-947a-942f03987a5d" providerId="ADAL" clId="{51AE6DE0-2FF7-44D9-8D70-0994A1D438E3}" dt="2026-04-12T21:38:40.935" v="339" actId="700"/>
          <ac:spMkLst>
            <pc:docMk/>
            <pc:sldMk cId="3416176757" sldId="260"/>
            <ac:spMk id="2" creationId="{CCBCAA3C-775C-7EB2-2407-F17393E4F624}"/>
          </ac:spMkLst>
        </pc:spChg>
        <pc:spChg chg="del mod ord">
          <ac:chgData name="Patel, Dipen" userId="95e02c68-5e51-4f8d-947a-942f03987a5d" providerId="ADAL" clId="{51AE6DE0-2FF7-44D9-8D70-0994A1D438E3}" dt="2026-04-12T20:54:20.475" v="22" actId="700"/>
          <ac:spMkLst>
            <pc:docMk/>
            <pc:sldMk cId="3416176757" sldId="260"/>
            <ac:spMk id="3" creationId="{C9D581D4-9364-041B-FB9F-E8968D295C5C}"/>
          </ac:spMkLst>
        </pc:spChg>
        <pc:spChg chg="add del mod ord">
          <ac:chgData name="Patel, Dipen" userId="95e02c68-5e51-4f8d-947a-942f03987a5d" providerId="ADAL" clId="{51AE6DE0-2FF7-44D9-8D70-0994A1D438E3}" dt="2026-04-12T20:54:40.656" v="23" actId="700"/>
          <ac:spMkLst>
            <pc:docMk/>
            <pc:sldMk cId="3416176757" sldId="260"/>
            <ac:spMk id="4" creationId="{EB305C17-32BB-E702-FA5C-D6D773759F15}"/>
          </ac:spMkLst>
        </pc:spChg>
        <pc:spChg chg="add del mod ord">
          <ac:chgData name="Patel, Dipen" userId="95e02c68-5e51-4f8d-947a-942f03987a5d" providerId="ADAL" clId="{51AE6DE0-2FF7-44D9-8D70-0994A1D438E3}" dt="2026-04-12T21:07:33.957" v="87" actId="700"/>
          <ac:spMkLst>
            <pc:docMk/>
            <pc:sldMk cId="3416176757" sldId="260"/>
            <ac:spMk id="5" creationId="{19BA507E-4459-C320-B403-53E684818E74}"/>
          </ac:spMkLst>
        </pc:spChg>
        <pc:spChg chg="add del mod ord">
          <ac:chgData name="Patel, Dipen" userId="95e02c68-5e51-4f8d-947a-942f03987a5d" providerId="ADAL" clId="{51AE6DE0-2FF7-44D9-8D70-0994A1D438E3}" dt="2026-04-12T21:38:21.288" v="337" actId="700"/>
          <ac:spMkLst>
            <pc:docMk/>
            <pc:sldMk cId="3416176757" sldId="260"/>
            <ac:spMk id="6" creationId="{2B51B95B-6C49-E511-4A33-A3E0CCA1EE39}"/>
          </ac:spMkLst>
        </pc:spChg>
        <pc:spChg chg="add del mod ord">
          <ac:chgData name="Patel, Dipen" userId="95e02c68-5e51-4f8d-947a-942f03987a5d" providerId="ADAL" clId="{51AE6DE0-2FF7-44D9-8D70-0994A1D438E3}" dt="2026-04-12T21:38:29.650" v="338" actId="700"/>
          <ac:spMkLst>
            <pc:docMk/>
            <pc:sldMk cId="3416176757" sldId="260"/>
            <ac:spMk id="7" creationId="{3273D950-9CE5-4743-B139-455657AFA2AC}"/>
          </ac:spMkLst>
        </pc:spChg>
        <pc:spChg chg="add del mod ord">
          <ac:chgData name="Patel, Dipen" userId="95e02c68-5e51-4f8d-947a-942f03987a5d" providerId="ADAL" clId="{51AE6DE0-2FF7-44D9-8D70-0994A1D438E3}" dt="2026-04-12T21:38:29.650" v="338" actId="700"/>
          <ac:spMkLst>
            <pc:docMk/>
            <pc:sldMk cId="3416176757" sldId="260"/>
            <ac:spMk id="8" creationId="{27A0D006-4DD4-CA21-A5F3-33F085D04330}"/>
          </ac:spMkLst>
        </pc:spChg>
        <pc:spChg chg="add del mod ord">
          <ac:chgData name="Patel, Dipen" userId="95e02c68-5e51-4f8d-947a-942f03987a5d" providerId="ADAL" clId="{51AE6DE0-2FF7-44D9-8D70-0994A1D438E3}" dt="2026-04-12T21:38:40.935" v="339" actId="700"/>
          <ac:spMkLst>
            <pc:docMk/>
            <pc:sldMk cId="3416176757" sldId="260"/>
            <ac:spMk id="9" creationId="{7743A08B-CA7A-1F83-9C0C-8382FB518475}"/>
          </ac:spMkLst>
        </pc:spChg>
        <pc:spChg chg="add mod ord">
          <ac:chgData name="Patel, Dipen" userId="95e02c68-5e51-4f8d-947a-942f03987a5d" providerId="ADAL" clId="{51AE6DE0-2FF7-44D9-8D70-0994A1D438E3}" dt="2026-04-12T21:38:40.935" v="339" actId="700"/>
          <ac:spMkLst>
            <pc:docMk/>
            <pc:sldMk cId="3416176757" sldId="260"/>
            <ac:spMk id="10" creationId="{F6FFC804-D4BE-3F16-C9B8-E7DF4C2274E7}"/>
          </ac:spMkLst>
        </pc:spChg>
        <pc:spChg chg="add mod ord">
          <ac:chgData name="Patel, Dipen" userId="95e02c68-5e51-4f8d-947a-942f03987a5d" providerId="ADAL" clId="{51AE6DE0-2FF7-44D9-8D70-0994A1D438E3}" dt="2026-04-12T21:38:40.935" v="339" actId="700"/>
          <ac:spMkLst>
            <pc:docMk/>
            <pc:sldMk cId="3416176757" sldId="260"/>
            <ac:spMk id="11" creationId="{BD9B43A3-70B2-AF22-1DEE-1F14CB7ED36B}"/>
          </ac:spMkLst>
        </pc:spChg>
      </pc:sldChg>
      <pc:sldChg chg="addSp delSp modSp mod modClrScheme chgLayout">
        <pc:chgData name="Patel, Dipen" userId="95e02c68-5e51-4f8d-947a-942f03987a5d" providerId="ADAL" clId="{51AE6DE0-2FF7-44D9-8D70-0994A1D438E3}" dt="2026-04-12T21:07:13.798" v="85" actId="700"/>
        <pc:sldMkLst>
          <pc:docMk/>
          <pc:sldMk cId="3202934461" sldId="261"/>
        </pc:sldMkLst>
        <pc:spChg chg="mod ord">
          <ac:chgData name="Patel, Dipen" userId="95e02c68-5e51-4f8d-947a-942f03987a5d" providerId="ADAL" clId="{51AE6DE0-2FF7-44D9-8D70-0994A1D438E3}" dt="2026-04-12T21:07:13.798" v="85" actId="700"/>
          <ac:spMkLst>
            <pc:docMk/>
            <pc:sldMk cId="3202934461" sldId="261"/>
            <ac:spMk id="2" creationId="{F44593F8-7131-E4B0-07D6-4F794C6AE4EC}"/>
          </ac:spMkLst>
        </pc:spChg>
        <pc:spChg chg="del mod ord">
          <ac:chgData name="Patel, Dipen" userId="95e02c68-5e51-4f8d-947a-942f03987a5d" providerId="ADAL" clId="{51AE6DE0-2FF7-44D9-8D70-0994A1D438E3}" dt="2026-04-12T20:55:14.705" v="25" actId="700"/>
          <ac:spMkLst>
            <pc:docMk/>
            <pc:sldMk cId="3202934461" sldId="261"/>
            <ac:spMk id="3" creationId="{512628E4-B4B7-64FA-E032-6D0F70379AE1}"/>
          </ac:spMkLst>
        </pc:spChg>
        <pc:spChg chg="add del mod ord">
          <ac:chgData name="Patel, Dipen" userId="95e02c68-5e51-4f8d-947a-942f03987a5d" providerId="ADAL" clId="{51AE6DE0-2FF7-44D9-8D70-0994A1D438E3}" dt="2026-04-12T21:07:13.798" v="85" actId="700"/>
          <ac:spMkLst>
            <pc:docMk/>
            <pc:sldMk cId="3202934461" sldId="261"/>
            <ac:spMk id="4" creationId="{34EAE2F6-4DF1-3F8D-B233-9FCD6D3B9AF4}"/>
          </ac:spMkLst>
        </pc:spChg>
        <pc:spChg chg="add mod ord">
          <ac:chgData name="Patel, Dipen" userId="95e02c68-5e51-4f8d-947a-942f03987a5d" providerId="ADAL" clId="{51AE6DE0-2FF7-44D9-8D70-0994A1D438E3}" dt="2026-04-12T21:07:13.798" v="85" actId="700"/>
          <ac:spMkLst>
            <pc:docMk/>
            <pc:sldMk cId="3202934461" sldId="261"/>
            <ac:spMk id="5" creationId="{29BC1C24-62CF-2F8A-2EB0-64755C7D4E83}"/>
          </ac:spMkLst>
        </pc:spChg>
      </pc:sldChg>
      <pc:sldChg chg="addSp delSp modSp mod modClrScheme delAnim chgLayout">
        <pc:chgData name="Patel, Dipen" userId="95e02c68-5e51-4f8d-947a-942f03987a5d" providerId="ADAL" clId="{51AE6DE0-2FF7-44D9-8D70-0994A1D438E3}" dt="2026-04-12T23:05:19.202" v="597" actId="1076"/>
        <pc:sldMkLst>
          <pc:docMk/>
          <pc:sldMk cId="2482708046" sldId="262"/>
        </pc:sldMkLst>
        <pc:spChg chg="mod ord">
          <ac:chgData name="Patel, Dipen" userId="95e02c68-5e51-4f8d-947a-942f03987a5d" providerId="ADAL" clId="{51AE6DE0-2FF7-44D9-8D70-0994A1D438E3}" dt="2026-04-12T22:01:01.974" v="389" actId="20577"/>
          <ac:spMkLst>
            <pc:docMk/>
            <pc:sldMk cId="2482708046" sldId="262"/>
            <ac:spMk id="2" creationId="{E9752365-3E8D-164A-5402-653A0FEB85F7}"/>
          </ac:spMkLst>
        </pc:spChg>
        <pc:spChg chg="del mod ord">
          <ac:chgData name="Patel, Dipen" userId="95e02c68-5e51-4f8d-947a-942f03987a5d" providerId="ADAL" clId="{51AE6DE0-2FF7-44D9-8D70-0994A1D438E3}" dt="2026-04-12T20:55:01.648" v="24" actId="700"/>
          <ac:spMkLst>
            <pc:docMk/>
            <pc:sldMk cId="2482708046" sldId="262"/>
            <ac:spMk id="3" creationId="{A420ABE4-DC1A-0399-E16D-019EF0AEB7DB}"/>
          </ac:spMkLst>
        </pc:spChg>
        <pc:spChg chg="add del mod ord">
          <ac:chgData name="Patel, Dipen" userId="95e02c68-5e51-4f8d-947a-942f03987a5d" providerId="ADAL" clId="{51AE6DE0-2FF7-44D9-8D70-0994A1D438E3}" dt="2026-04-12T21:07:33.957" v="87" actId="700"/>
          <ac:spMkLst>
            <pc:docMk/>
            <pc:sldMk cId="2482708046" sldId="262"/>
            <ac:spMk id="4" creationId="{5DC7F79E-BB86-3766-48AA-954B72945306}"/>
          </ac:spMkLst>
        </pc:spChg>
        <pc:spChg chg="add del mod ord">
          <ac:chgData name="Patel, Dipen" userId="95e02c68-5e51-4f8d-947a-942f03987a5d" providerId="ADAL" clId="{51AE6DE0-2FF7-44D9-8D70-0994A1D438E3}" dt="2026-04-12T21:39:16.975" v="340" actId="700"/>
          <ac:spMkLst>
            <pc:docMk/>
            <pc:sldMk cId="2482708046" sldId="262"/>
            <ac:spMk id="5" creationId="{BE3F0065-B5E1-E02F-E021-88036BDCAA79}"/>
          </ac:spMkLst>
        </pc:spChg>
        <pc:spChg chg="add del mod ord">
          <ac:chgData name="Patel, Dipen" userId="95e02c68-5e51-4f8d-947a-942f03987a5d" providerId="ADAL" clId="{51AE6DE0-2FF7-44D9-8D70-0994A1D438E3}" dt="2026-04-12T21:39:57.423" v="341" actId="700"/>
          <ac:spMkLst>
            <pc:docMk/>
            <pc:sldMk cId="2482708046" sldId="262"/>
            <ac:spMk id="6" creationId="{237292F6-F681-D7A6-A6C9-C69CE179B442}"/>
          </ac:spMkLst>
        </pc:spChg>
        <pc:spChg chg="add del mod ord">
          <ac:chgData name="Patel, Dipen" userId="95e02c68-5e51-4f8d-947a-942f03987a5d" providerId="ADAL" clId="{51AE6DE0-2FF7-44D9-8D70-0994A1D438E3}" dt="2026-04-12T21:39:57.423" v="341" actId="700"/>
          <ac:spMkLst>
            <pc:docMk/>
            <pc:sldMk cId="2482708046" sldId="262"/>
            <ac:spMk id="7" creationId="{69DC3EF4-614F-5ECC-C074-4DACEF147057}"/>
          </ac:spMkLst>
        </pc:spChg>
        <pc:spChg chg="add del mod ord">
          <ac:chgData name="Patel, Dipen" userId="95e02c68-5e51-4f8d-947a-942f03987a5d" providerId="ADAL" clId="{51AE6DE0-2FF7-44D9-8D70-0994A1D438E3}" dt="2026-04-12T21:39:57.423" v="341" actId="700"/>
          <ac:spMkLst>
            <pc:docMk/>
            <pc:sldMk cId="2482708046" sldId="262"/>
            <ac:spMk id="8" creationId="{1F8EB06F-904F-6EB7-6C08-30B2D4AF6E92}"/>
          </ac:spMkLst>
        </pc:spChg>
        <pc:spChg chg="add del mod ord">
          <ac:chgData name="Patel, Dipen" userId="95e02c68-5e51-4f8d-947a-942f03987a5d" providerId="ADAL" clId="{51AE6DE0-2FF7-44D9-8D70-0994A1D438E3}" dt="2026-04-12T21:39:57.423" v="341" actId="700"/>
          <ac:spMkLst>
            <pc:docMk/>
            <pc:sldMk cId="2482708046" sldId="262"/>
            <ac:spMk id="9" creationId="{07D36609-E1FA-C353-168F-E0B9C1DFF942}"/>
          </ac:spMkLst>
        </pc:spChg>
        <pc:spChg chg="add del mod ord">
          <ac:chgData name="Patel, Dipen" userId="95e02c68-5e51-4f8d-947a-942f03987a5d" providerId="ADAL" clId="{51AE6DE0-2FF7-44D9-8D70-0994A1D438E3}" dt="2026-04-12T21:39:57.423" v="341" actId="700"/>
          <ac:spMkLst>
            <pc:docMk/>
            <pc:sldMk cId="2482708046" sldId="262"/>
            <ac:spMk id="10" creationId="{A49DA8A2-64F9-E477-5A16-6782B9D6C1AC}"/>
          </ac:spMkLst>
        </pc:spChg>
        <pc:spChg chg="add del mod ord">
          <ac:chgData name="Patel, Dipen" userId="95e02c68-5e51-4f8d-947a-942f03987a5d" providerId="ADAL" clId="{51AE6DE0-2FF7-44D9-8D70-0994A1D438E3}" dt="2026-04-12T21:39:57.423" v="341" actId="700"/>
          <ac:spMkLst>
            <pc:docMk/>
            <pc:sldMk cId="2482708046" sldId="262"/>
            <ac:spMk id="11" creationId="{253C707A-0F39-922A-6F44-77B682448D46}"/>
          </ac:spMkLst>
        </pc:spChg>
        <pc:spChg chg="add del mod ord">
          <ac:chgData name="Patel, Dipen" userId="95e02c68-5e51-4f8d-947a-942f03987a5d" providerId="ADAL" clId="{51AE6DE0-2FF7-44D9-8D70-0994A1D438E3}" dt="2026-04-12T21:58:22.344" v="350" actId="931"/>
          <ac:spMkLst>
            <pc:docMk/>
            <pc:sldMk cId="2482708046" sldId="262"/>
            <ac:spMk id="12" creationId="{42564A47-BE18-B312-E229-FA12A315242D}"/>
          </ac:spMkLst>
        </pc:spChg>
        <pc:spChg chg="add del mod ord">
          <ac:chgData name="Patel, Dipen" userId="95e02c68-5e51-4f8d-947a-942f03987a5d" providerId="ADAL" clId="{51AE6DE0-2FF7-44D9-8D70-0994A1D438E3}" dt="2026-04-12T22:00:36.753" v="372" actId="33524"/>
          <ac:spMkLst>
            <pc:docMk/>
            <pc:sldMk cId="2482708046" sldId="262"/>
            <ac:spMk id="13" creationId="{C1533CE1-61B1-4547-DBC6-A2FFA9034223}"/>
          </ac:spMkLst>
        </pc:spChg>
        <pc:spChg chg="add del mod">
          <ac:chgData name="Patel, Dipen" userId="95e02c68-5e51-4f8d-947a-942f03987a5d" providerId="ADAL" clId="{51AE6DE0-2FF7-44D9-8D70-0994A1D438E3}" dt="2026-04-12T21:58:29.005" v="352" actId="26606"/>
          <ac:spMkLst>
            <pc:docMk/>
            <pc:sldMk cId="2482708046" sldId="262"/>
            <ac:spMk id="20" creationId="{2CB74798-7A33-9334-8A5C-0DC50C2DDFEC}"/>
          </ac:spMkLst>
        </pc:spChg>
        <pc:spChg chg="add del">
          <ac:chgData name="Patel, Dipen" userId="95e02c68-5e51-4f8d-947a-942f03987a5d" providerId="ADAL" clId="{51AE6DE0-2FF7-44D9-8D70-0994A1D438E3}" dt="2026-04-12T21:58:30.280" v="354" actId="26606"/>
          <ac:spMkLst>
            <pc:docMk/>
            <pc:sldMk cId="2482708046" sldId="262"/>
            <ac:spMk id="22" creationId="{0B117D27-E29F-53A5-39A5-181E1E5C3F86}"/>
          </ac:spMkLst>
        </pc:spChg>
        <pc:spChg chg="add del mod">
          <ac:chgData name="Patel, Dipen" userId="95e02c68-5e51-4f8d-947a-942f03987a5d" providerId="ADAL" clId="{51AE6DE0-2FF7-44D9-8D70-0994A1D438E3}" dt="2026-04-12T21:58:30.880" v="356" actId="26606"/>
          <ac:spMkLst>
            <pc:docMk/>
            <pc:sldMk cId="2482708046" sldId="262"/>
            <ac:spMk id="24" creationId="{2CB74798-7A33-9334-8A5C-0DC50C2DDFEC}"/>
          </ac:spMkLst>
        </pc:spChg>
        <pc:spChg chg="add del">
          <ac:chgData name="Patel, Dipen" userId="95e02c68-5e51-4f8d-947a-942f03987a5d" providerId="ADAL" clId="{51AE6DE0-2FF7-44D9-8D70-0994A1D438E3}" dt="2026-04-12T21:58:32.392" v="358" actId="26606"/>
          <ac:spMkLst>
            <pc:docMk/>
            <pc:sldMk cId="2482708046" sldId="262"/>
            <ac:spMk id="26" creationId="{D2E0349A-25CD-9EDE-1D2C-E9741213D53F}"/>
          </ac:spMkLst>
        </pc:spChg>
        <pc:spChg chg="add del mod">
          <ac:chgData name="Patel, Dipen" userId="95e02c68-5e51-4f8d-947a-942f03987a5d" providerId="ADAL" clId="{51AE6DE0-2FF7-44D9-8D70-0994A1D438E3}" dt="2026-04-12T21:58:33.348" v="360" actId="26606"/>
          <ac:spMkLst>
            <pc:docMk/>
            <pc:sldMk cId="2482708046" sldId="262"/>
            <ac:spMk id="28" creationId="{E160C523-6FBA-5ECC-2F7F-47DF06BE2FA8}"/>
          </ac:spMkLst>
        </pc:spChg>
        <pc:spChg chg="add del mod">
          <ac:chgData name="Patel, Dipen" userId="95e02c68-5e51-4f8d-947a-942f03987a5d" providerId="ADAL" clId="{51AE6DE0-2FF7-44D9-8D70-0994A1D438E3}" dt="2026-04-12T21:58:34.654" v="362" actId="26606"/>
          <ac:spMkLst>
            <pc:docMk/>
            <pc:sldMk cId="2482708046" sldId="262"/>
            <ac:spMk id="30" creationId="{8F2A3C88-237B-CC3B-46C4-31E3ABA64A23}"/>
          </ac:spMkLst>
        </pc:spChg>
        <pc:spChg chg="add del mod">
          <ac:chgData name="Patel, Dipen" userId="95e02c68-5e51-4f8d-947a-942f03987a5d" providerId="ADAL" clId="{51AE6DE0-2FF7-44D9-8D70-0994A1D438E3}" dt="2026-04-12T21:58:36.908" v="364" actId="26606"/>
          <ac:spMkLst>
            <pc:docMk/>
            <pc:sldMk cId="2482708046" sldId="262"/>
            <ac:spMk id="32" creationId="{E160C523-6FBA-5ECC-2F7F-47DF06BE2FA8}"/>
          </ac:spMkLst>
        </pc:spChg>
        <pc:spChg chg="add del">
          <ac:chgData name="Patel, Dipen" userId="95e02c68-5e51-4f8d-947a-942f03987a5d" providerId="ADAL" clId="{51AE6DE0-2FF7-44D9-8D70-0994A1D438E3}" dt="2026-04-12T21:58:42.238" v="366" actId="26606"/>
          <ac:spMkLst>
            <pc:docMk/>
            <pc:sldMk cId="2482708046" sldId="262"/>
            <ac:spMk id="34" creationId="{0B117D27-E29F-53A5-39A5-181E1E5C3F86}"/>
          </ac:spMkLst>
        </pc:spChg>
        <pc:picChg chg="add mod ord">
          <ac:chgData name="Patel, Dipen" userId="95e02c68-5e51-4f8d-947a-942f03987a5d" providerId="ADAL" clId="{51AE6DE0-2FF7-44D9-8D70-0994A1D438E3}" dt="2026-04-12T21:58:42.238" v="366" actId="26606"/>
          <ac:picMkLst>
            <pc:docMk/>
            <pc:sldMk cId="2482708046" sldId="262"/>
            <ac:picMk id="15" creationId="{BCB39B1B-C8FE-5C1A-1511-7E5CF11CAF09}"/>
          </ac:picMkLst>
        </pc:picChg>
        <pc:picChg chg="add del mod">
          <ac:chgData name="Patel, Dipen" userId="95e02c68-5e51-4f8d-947a-942f03987a5d" providerId="ADAL" clId="{51AE6DE0-2FF7-44D9-8D70-0994A1D438E3}" dt="2026-04-12T23:04:00.301" v="596" actId="478"/>
          <ac:picMkLst>
            <pc:docMk/>
            <pc:sldMk cId="2482708046" sldId="262"/>
            <ac:picMk id="18" creationId="{1E18D277-A1E3-983D-425A-72B8EF758AAC}"/>
          </ac:picMkLst>
        </pc:picChg>
        <pc:picChg chg="mod">
          <ac:chgData name="Patel, Dipen" userId="95e02c68-5e51-4f8d-947a-942f03987a5d" providerId="ADAL" clId="{51AE6DE0-2FF7-44D9-8D70-0994A1D438E3}" dt="2026-04-12T23:05:19.202" v="597" actId="1076"/>
          <ac:picMkLst>
            <pc:docMk/>
            <pc:sldMk cId="2482708046" sldId="262"/>
            <ac:picMk id="23" creationId="{0FFE709E-03E3-3069-C7EC-5B8C0EFAD03A}"/>
          </ac:picMkLst>
        </pc:picChg>
      </pc:sldChg>
      <pc:sldChg chg="addSp delSp modSp add del mod modClrScheme chgLayout">
        <pc:chgData name="Patel, Dipen" userId="95e02c68-5e51-4f8d-947a-942f03987a5d" providerId="ADAL" clId="{51AE6DE0-2FF7-44D9-8D70-0994A1D438E3}" dt="2026-04-12T23:48:29.294" v="609" actId="47"/>
        <pc:sldMkLst>
          <pc:docMk/>
          <pc:sldMk cId="3227164385" sldId="263"/>
        </pc:sldMkLst>
        <pc:spChg chg="add del mod ord">
          <ac:chgData name="Patel, Dipen" userId="95e02c68-5e51-4f8d-947a-942f03987a5d" providerId="ADAL" clId="{51AE6DE0-2FF7-44D9-8D70-0994A1D438E3}" dt="2026-04-12T21:04:16.073" v="73" actId="478"/>
          <ac:spMkLst>
            <pc:docMk/>
            <pc:sldMk cId="3227164385" sldId="263"/>
            <ac:spMk id="2" creationId="{23F449EB-88D0-3B75-423B-45BC8A37DEA0}"/>
          </ac:spMkLst>
        </pc:spChg>
        <pc:spChg chg="add del mod ord">
          <ac:chgData name="Patel, Dipen" userId="95e02c68-5e51-4f8d-947a-942f03987a5d" providerId="ADAL" clId="{51AE6DE0-2FF7-44D9-8D70-0994A1D438E3}" dt="2026-04-12T21:04:30.203" v="76" actId="478"/>
          <ac:spMkLst>
            <pc:docMk/>
            <pc:sldMk cId="3227164385" sldId="263"/>
            <ac:spMk id="3" creationId="{D91EA553-9815-22BB-75C4-5496DFED8AF9}"/>
          </ac:spMkLst>
        </pc:spChg>
        <pc:spChg chg="add del mod ord">
          <ac:chgData name="Patel, Dipen" userId="95e02c68-5e51-4f8d-947a-942f03987a5d" providerId="ADAL" clId="{51AE6DE0-2FF7-44D9-8D70-0994A1D438E3}" dt="2026-04-12T21:04:22.985" v="74" actId="478"/>
          <ac:spMkLst>
            <pc:docMk/>
            <pc:sldMk cId="3227164385" sldId="263"/>
            <ac:spMk id="5" creationId="{CEC1B75F-9FE7-A9EB-DFAA-7D938A1FD00B}"/>
          </ac:spMkLst>
        </pc:spChg>
        <pc:spChg chg="mod ord">
          <ac:chgData name="Patel, Dipen" userId="95e02c68-5e51-4f8d-947a-942f03987a5d" providerId="ADAL" clId="{51AE6DE0-2FF7-44D9-8D70-0994A1D438E3}" dt="2026-04-12T21:02:35.026" v="54" actId="700"/>
          <ac:spMkLst>
            <pc:docMk/>
            <pc:sldMk cId="3227164385" sldId="263"/>
            <ac:spMk id="6" creationId="{B95E042A-48F0-47CE-AC4D-46C492F81836}"/>
          </ac:spMkLst>
        </pc:spChg>
        <pc:spChg chg="add del mod ord">
          <ac:chgData name="Patel, Dipen" userId="95e02c68-5e51-4f8d-947a-942f03987a5d" providerId="ADAL" clId="{51AE6DE0-2FF7-44D9-8D70-0994A1D438E3}" dt="2026-04-12T21:04:27.212" v="75" actId="478"/>
          <ac:spMkLst>
            <pc:docMk/>
            <pc:sldMk cId="3227164385" sldId="263"/>
            <ac:spMk id="9" creationId="{5C3962B6-B171-C7CF-E366-C9275D356344}"/>
          </ac:spMkLst>
        </pc:spChg>
      </pc:sldChg>
      <pc:sldChg chg="addSp delSp modSp add del mod modClrScheme chgLayout">
        <pc:chgData name="Patel, Dipen" userId="95e02c68-5e51-4f8d-947a-942f03987a5d" providerId="ADAL" clId="{51AE6DE0-2FF7-44D9-8D70-0994A1D438E3}" dt="2026-04-12T23:48:29.294" v="609" actId="47"/>
        <pc:sldMkLst>
          <pc:docMk/>
          <pc:sldMk cId="4130020250" sldId="264"/>
        </pc:sldMkLst>
        <pc:spChg chg="add del mod ord">
          <ac:chgData name="Patel, Dipen" userId="95e02c68-5e51-4f8d-947a-942f03987a5d" providerId="ADAL" clId="{51AE6DE0-2FF7-44D9-8D70-0994A1D438E3}" dt="2026-04-12T21:03:45.170" v="67" actId="478"/>
          <ac:spMkLst>
            <pc:docMk/>
            <pc:sldMk cId="4130020250" sldId="264"/>
            <ac:spMk id="2" creationId="{BEB4DF93-EC39-0DF8-3818-DEC3F94A1FA1}"/>
          </ac:spMkLst>
        </pc:spChg>
        <pc:spChg chg="add del mod ord">
          <ac:chgData name="Patel, Dipen" userId="95e02c68-5e51-4f8d-947a-942f03987a5d" providerId="ADAL" clId="{51AE6DE0-2FF7-44D9-8D70-0994A1D438E3}" dt="2026-04-12T21:03:48.149" v="68" actId="478"/>
          <ac:spMkLst>
            <pc:docMk/>
            <pc:sldMk cId="4130020250" sldId="264"/>
            <ac:spMk id="3" creationId="{B349E702-C149-BF46-63DF-86D0C7C960B2}"/>
          </ac:spMkLst>
        </pc:spChg>
        <pc:spChg chg="add del mod ord">
          <ac:chgData name="Patel, Dipen" userId="95e02c68-5e51-4f8d-947a-942f03987a5d" providerId="ADAL" clId="{51AE6DE0-2FF7-44D9-8D70-0994A1D438E3}" dt="2026-04-12T21:04:10.265" v="72" actId="478"/>
          <ac:spMkLst>
            <pc:docMk/>
            <pc:sldMk cId="4130020250" sldId="264"/>
            <ac:spMk id="5" creationId="{43218240-90BA-A850-90D2-B2327A9E8EAE}"/>
          </ac:spMkLst>
        </pc:spChg>
        <pc:spChg chg="mod ord">
          <ac:chgData name="Patel, Dipen" userId="95e02c68-5e51-4f8d-947a-942f03987a5d" providerId="ADAL" clId="{51AE6DE0-2FF7-44D9-8D70-0994A1D438E3}" dt="2026-04-12T21:02:35.026" v="54" actId="700"/>
          <ac:spMkLst>
            <pc:docMk/>
            <pc:sldMk cId="4130020250" sldId="264"/>
            <ac:spMk id="6" creationId="{B95E042A-48F0-47CE-AC4D-46C492F81836}"/>
          </ac:spMkLst>
        </pc:spChg>
        <pc:spChg chg="add del mod ord">
          <ac:chgData name="Patel, Dipen" userId="95e02c68-5e51-4f8d-947a-942f03987a5d" providerId="ADAL" clId="{51AE6DE0-2FF7-44D9-8D70-0994A1D438E3}" dt="2026-04-12T21:04:01.842" v="71" actId="478"/>
          <ac:spMkLst>
            <pc:docMk/>
            <pc:sldMk cId="4130020250" sldId="264"/>
            <ac:spMk id="7" creationId="{466A7297-D381-5F66-EA8C-ADEE9975FACF}"/>
          </ac:spMkLst>
        </pc:spChg>
        <pc:graphicFrameChg chg="add del">
          <ac:chgData name="Patel, Dipen" userId="95e02c68-5e51-4f8d-947a-942f03987a5d" providerId="ADAL" clId="{51AE6DE0-2FF7-44D9-8D70-0994A1D438E3}" dt="2026-04-12T21:03:55.301" v="70" actId="478"/>
          <ac:graphicFrameMkLst>
            <pc:docMk/>
            <pc:sldMk cId="4130020250" sldId="264"/>
            <ac:graphicFrameMk id="4" creationId="{F99E1767-7F38-4A00-8C93-64882B7301F9}"/>
          </ac:graphicFrameMkLst>
        </pc:graphicFrameChg>
      </pc:sldChg>
      <pc:sldChg chg="addSp delSp modSp add del mod modClrScheme chgLayout">
        <pc:chgData name="Patel, Dipen" userId="95e02c68-5e51-4f8d-947a-942f03987a5d" providerId="ADAL" clId="{51AE6DE0-2FF7-44D9-8D70-0994A1D438E3}" dt="2026-04-12T23:48:29.294" v="609" actId="47"/>
        <pc:sldMkLst>
          <pc:docMk/>
          <pc:sldMk cId="1987823171" sldId="265"/>
        </pc:sldMkLst>
        <pc:spChg chg="add del mod ord">
          <ac:chgData name="Patel, Dipen" userId="95e02c68-5e51-4f8d-947a-942f03987a5d" providerId="ADAL" clId="{51AE6DE0-2FF7-44D9-8D70-0994A1D438E3}" dt="2026-04-12T21:03:17.832" v="63" actId="478"/>
          <ac:spMkLst>
            <pc:docMk/>
            <pc:sldMk cId="1987823171" sldId="265"/>
            <ac:spMk id="2" creationId="{99969C8B-8960-3E4F-5D5B-03FDF3804844}"/>
          </ac:spMkLst>
        </pc:spChg>
        <pc:spChg chg="add del mod ord">
          <ac:chgData name="Patel, Dipen" userId="95e02c68-5e51-4f8d-947a-942f03987a5d" providerId="ADAL" clId="{51AE6DE0-2FF7-44D9-8D70-0994A1D438E3}" dt="2026-04-12T21:03:25.176" v="65" actId="478"/>
          <ac:spMkLst>
            <pc:docMk/>
            <pc:sldMk cId="1987823171" sldId="265"/>
            <ac:spMk id="3" creationId="{C574ED99-9FED-A381-4C4F-617AF84AA9E1}"/>
          </ac:spMkLst>
        </pc:spChg>
        <pc:spChg chg="add del mod ord">
          <ac:chgData name="Patel, Dipen" userId="95e02c68-5e51-4f8d-947a-942f03987a5d" providerId="ADAL" clId="{51AE6DE0-2FF7-44D9-8D70-0994A1D438E3}" dt="2026-04-12T21:03:35.024" v="66" actId="478"/>
          <ac:spMkLst>
            <pc:docMk/>
            <pc:sldMk cId="1987823171" sldId="265"/>
            <ac:spMk id="4" creationId="{E071CD85-87CD-AA75-7152-440708B8C3B0}"/>
          </ac:spMkLst>
        </pc:spChg>
        <pc:spChg chg="add del mod ord">
          <ac:chgData name="Patel, Dipen" userId="95e02c68-5e51-4f8d-947a-942f03987a5d" providerId="ADAL" clId="{51AE6DE0-2FF7-44D9-8D70-0994A1D438E3}" dt="2026-04-12T21:03:22.745" v="64" actId="478"/>
          <ac:spMkLst>
            <pc:docMk/>
            <pc:sldMk cId="1987823171" sldId="265"/>
            <ac:spMk id="5" creationId="{3DADCBB5-7EB4-CD83-EAC1-3181887F4383}"/>
          </ac:spMkLst>
        </pc:spChg>
        <pc:spChg chg="mod ord">
          <ac:chgData name="Patel, Dipen" userId="95e02c68-5e51-4f8d-947a-942f03987a5d" providerId="ADAL" clId="{51AE6DE0-2FF7-44D9-8D70-0994A1D438E3}" dt="2026-04-12T21:02:35.026" v="54" actId="700"/>
          <ac:spMkLst>
            <pc:docMk/>
            <pc:sldMk cId="1987823171" sldId="265"/>
            <ac:spMk id="6" creationId="{B95E042A-48F0-47CE-AC4D-46C492F81836}"/>
          </ac:spMkLst>
        </pc:spChg>
      </pc:sldChg>
      <pc:sldChg chg="addSp delSp modSp add del mod modClrScheme chgLayout">
        <pc:chgData name="Patel, Dipen" userId="95e02c68-5e51-4f8d-947a-942f03987a5d" providerId="ADAL" clId="{51AE6DE0-2FF7-44D9-8D70-0994A1D438E3}" dt="2026-04-12T23:48:31.958" v="610" actId="47"/>
        <pc:sldMkLst>
          <pc:docMk/>
          <pc:sldMk cId="554172484" sldId="266"/>
        </pc:sldMkLst>
        <pc:spChg chg="add del mod ord">
          <ac:chgData name="Patel, Dipen" userId="95e02c68-5e51-4f8d-947a-942f03987a5d" providerId="ADAL" clId="{51AE6DE0-2FF7-44D9-8D70-0994A1D438E3}" dt="2026-04-12T21:03:09.736" v="62" actId="478"/>
          <ac:spMkLst>
            <pc:docMk/>
            <pc:sldMk cId="554172484" sldId="266"/>
            <ac:spMk id="2" creationId="{0CE37666-B692-0C45-D87E-822D82B7F604}"/>
          </ac:spMkLst>
        </pc:spChg>
        <pc:spChg chg="add del mod ord">
          <ac:chgData name="Patel, Dipen" userId="95e02c68-5e51-4f8d-947a-942f03987a5d" providerId="ADAL" clId="{51AE6DE0-2FF7-44D9-8D70-0994A1D438E3}" dt="2026-04-12T21:03:05.109" v="61" actId="478"/>
          <ac:spMkLst>
            <pc:docMk/>
            <pc:sldMk cId="554172484" sldId="266"/>
            <ac:spMk id="3" creationId="{2937B0B1-ED6B-9CE2-8512-8C9108D6D876}"/>
          </ac:spMkLst>
        </pc:spChg>
        <pc:spChg chg="add del mod ord">
          <ac:chgData name="Patel, Dipen" userId="95e02c68-5e51-4f8d-947a-942f03987a5d" providerId="ADAL" clId="{51AE6DE0-2FF7-44D9-8D70-0994A1D438E3}" dt="2026-04-12T21:02:55.482" v="58" actId="478"/>
          <ac:spMkLst>
            <pc:docMk/>
            <pc:sldMk cId="554172484" sldId="266"/>
            <ac:spMk id="4" creationId="{E4E1C6E3-96E7-9895-2DBF-A6178C19640C}"/>
          </ac:spMkLst>
        </pc:spChg>
        <pc:spChg chg="add del mod ord">
          <ac:chgData name="Patel, Dipen" userId="95e02c68-5e51-4f8d-947a-942f03987a5d" providerId="ADAL" clId="{51AE6DE0-2FF7-44D9-8D70-0994A1D438E3}" dt="2026-04-12T21:02:53.256" v="57" actId="478"/>
          <ac:spMkLst>
            <pc:docMk/>
            <pc:sldMk cId="554172484" sldId="266"/>
            <ac:spMk id="5" creationId="{D7598293-90B9-1E2D-0330-2F912751A37A}"/>
          </ac:spMkLst>
        </pc:spChg>
        <pc:spChg chg="mod ord">
          <ac:chgData name="Patel, Dipen" userId="95e02c68-5e51-4f8d-947a-942f03987a5d" providerId="ADAL" clId="{51AE6DE0-2FF7-44D9-8D70-0994A1D438E3}" dt="2026-04-12T21:02:35.026" v="54" actId="700"/>
          <ac:spMkLst>
            <pc:docMk/>
            <pc:sldMk cId="554172484" sldId="266"/>
            <ac:spMk id="6" creationId="{B95E042A-48F0-47CE-AC4D-46C492F81836}"/>
          </ac:spMkLst>
        </pc:spChg>
        <pc:spChg chg="add mod">
          <ac:chgData name="Patel, Dipen" userId="95e02c68-5e51-4f8d-947a-942f03987a5d" providerId="ADAL" clId="{51AE6DE0-2FF7-44D9-8D70-0994A1D438E3}" dt="2026-04-12T21:02:57.471" v="60" actId="571"/>
          <ac:spMkLst>
            <pc:docMk/>
            <pc:sldMk cId="554172484" sldId="266"/>
            <ac:spMk id="8" creationId="{930A1654-D204-A3B2-F195-1667B362D328}"/>
          </ac:spMkLst>
        </pc:spChg>
        <pc:graphicFrameChg chg="add del">
          <ac:chgData name="Patel, Dipen" userId="95e02c68-5e51-4f8d-947a-942f03987a5d" providerId="ADAL" clId="{51AE6DE0-2FF7-44D9-8D70-0994A1D438E3}" dt="2026-04-12T21:02:44.821" v="56" actId="478"/>
          <ac:graphicFrameMkLst>
            <pc:docMk/>
            <pc:sldMk cId="554172484" sldId="266"/>
            <ac:graphicFrameMk id="7" creationId="{551B5E6F-0609-4DED-B8A7-F633BFFEBDE8}"/>
          </ac:graphicFrameMkLst>
        </pc:graphicFrameChg>
      </pc:sldChg>
      <pc:sldChg chg="addSp delSp modSp add del mod modClrScheme chgLayout">
        <pc:chgData name="Patel, Dipen" userId="95e02c68-5e51-4f8d-947a-942f03987a5d" providerId="ADAL" clId="{51AE6DE0-2FF7-44D9-8D70-0994A1D438E3}" dt="2026-04-12T23:48:29.294" v="609" actId="47"/>
        <pc:sldMkLst>
          <pc:docMk/>
          <pc:sldMk cId="4016766395" sldId="267"/>
        </pc:sldMkLst>
        <pc:spChg chg="mod ord">
          <ac:chgData name="Patel, Dipen" userId="95e02c68-5e51-4f8d-947a-942f03987a5d" providerId="ADAL" clId="{51AE6DE0-2FF7-44D9-8D70-0994A1D438E3}" dt="2026-04-12T21:01:29.437" v="49" actId="700"/>
          <ac:spMkLst>
            <pc:docMk/>
            <pc:sldMk cId="4016766395" sldId="267"/>
            <ac:spMk id="6" creationId="{B95E042A-48F0-47CE-AC4D-46C492F81836}"/>
          </ac:spMkLst>
        </pc:spChg>
        <pc:spChg chg="add del mod ord">
          <ac:chgData name="Patel, Dipen" userId="95e02c68-5e51-4f8d-947a-942f03987a5d" providerId="ADAL" clId="{51AE6DE0-2FF7-44D9-8D70-0994A1D438E3}" dt="2026-04-12T21:01:42.599" v="52" actId="478"/>
          <ac:spMkLst>
            <pc:docMk/>
            <pc:sldMk cId="4016766395" sldId="267"/>
            <ac:spMk id="12" creationId="{B93BDBAB-8904-7C55-446D-339A065687E6}"/>
          </ac:spMkLst>
        </pc:spChg>
        <pc:spChg chg="add del mod ord">
          <ac:chgData name="Patel, Dipen" userId="95e02c68-5e51-4f8d-947a-942f03987a5d" providerId="ADAL" clId="{51AE6DE0-2FF7-44D9-8D70-0994A1D438E3}" dt="2026-04-12T21:01:44.689" v="53" actId="478"/>
          <ac:spMkLst>
            <pc:docMk/>
            <pc:sldMk cId="4016766395" sldId="267"/>
            <ac:spMk id="14" creationId="{332E8E2A-3E69-CA50-E95D-0FF0311EF290}"/>
          </ac:spMkLst>
        </pc:spChg>
        <pc:spChg chg="add del mod ord">
          <ac:chgData name="Patel, Dipen" userId="95e02c68-5e51-4f8d-947a-942f03987a5d" providerId="ADAL" clId="{51AE6DE0-2FF7-44D9-8D70-0994A1D438E3}" dt="2026-04-12T21:01:36.620" v="50" actId="478"/>
          <ac:spMkLst>
            <pc:docMk/>
            <pc:sldMk cId="4016766395" sldId="267"/>
            <ac:spMk id="15" creationId="{12451696-E381-41BE-E96F-DC08E01E8A9F}"/>
          </ac:spMkLst>
        </pc:spChg>
        <pc:spChg chg="add del mod ord">
          <ac:chgData name="Patel, Dipen" userId="95e02c68-5e51-4f8d-947a-942f03987a5d" providerId="ADAL" clId="{51AE6DE0-2FF7-44D9-8D70-0994A1D438E3}" dt="2026-04-12T21:01:38.942" v="51" actId="478"/>
          <ac:spMkLst>
            <pc:docMk/>
            <pc:sldMk cId="4016766395" sldId="267"/>
            <ac:spMk id="32" creationId="{3BD70466-7EBB-5FD8-30B4-CD7EA62757D0}"/>
          </ac:spMkLst>
        </pc:spChg>
      </pc:sldChg>
      <pc:sldChg chg="addSp delSp modSp add del mod modClrScheme chgLayout">
        <pc:chgData name="Patel, Dipen" userId="95e02c68-5e51-4f8d-947a-942f03987a5d" providerId="ADAL" clId="{51AE6DE0-2FF7-44D9-8D70-0994A1D438E3}" dt="2026-04-12T23:48:29.294" v="609" actId="47"/>
        <pc:sldMkLst>
          <pc:docMk/>
          <pc:sldMk cId="1827881536" sldId="268"/>
        </pc:sldMkLst>
        <pc:spChg chg="add del mod ord">
          <ac:chgData name="Patel, Dipen" userId="95e02c68-5e51-4f8d-947a-942f03987a5d" providerId="ADAL" clId="{51AE6DE0-2FF7-44D9-8D70-0994A1D438E3}" dt="2026-04-12T20:59:19.276" v="34" actId="700"/>
          <ac:spMkLst>
            <pc:docMk/>
            <pc:sldMk cId="1827881536" sldId="268"/>
            <ac:spMk id="2" creationId="{9D6FEDA1-C05F-6A24-2EB8-AD99107951A7}"/>
          </ac:spMkLst>
        </pc:spChg>
        <pc:spChg chg="add del mod ord">
          <ac:chgData name="Patel, Dipen" userId="95e02c68-5e51-4f8d-947a-942f03987a5d" providerId="ADAL" clId="{51AE6DE0-2FF7-44D9-8D70-0994A1D438E3}" dt="2026-04-12T21:00:33.257" v="42" actId="478"/>
          <ac:spMkLst>
            <pc:docMk/>
            <pc:sldMk cId="1827881536" sldId="268"/>
            <ac:spMk id="3" creationId="{2ECEACD0-CA4A-2810-02D9-23D14B054B78}"/>
          </ac:spMkLst>
        </pc:spChg>
        <pc:spChg chg="mod ord">
          <ac:chgData name="Patel, Dipen" userId="95e02c68-5e51-4f8d-947a-942f03987a5d" providerId="ADAL" clId="{51AE6DE0-2FF7-44D9-8D70-0994A1D438E3}" dt="2026-04-12T20:59:19.276" v="34" actId="700"/>
          <ac:spMkLst>
            <pc:docMk/>
            <pc:sldMk cId="1827881536" sldId="268"/>
            <ac:spMk id="6" creationId="{B95E042A-48F0-47CE-AC4D-46C492F81836}"/>
          </ac:spMkLst>
        </pc:spChg>
      </pc:sldChg>
      <pc:sldChg chg="addSp delSp modSp add del mod modClrScheme chgLayout">
        <pc:chgData name="Patel, Dipen" userId="95e02c68-5e51-4f8d-947a-942f03987a5d" providerId="ADAL" clId="{51AE6DE0-2FF7-44D9-8D70-0994A1D438E3}" dt="2026-04-12T23:48:29.294" v="609" actId="47"/>
        <pc:sldMkLst>
          <pc:docMk/>
          <pc:sldMk cId="1861035575" sldId="269"/>
        </pc:sldMkLst>
        <pc:spChg chg="add del mod ord">
          <ac:chgData name="Patel, Dipen" userId="95e02c68-5e51-4f8d-947a-942f03987a5d" providerId="ADAL" clId="{51AE6DE0-2FF7-44D9-8D70-0994A1D438E3}" dt="2026-04-12T20:59:38.487" v="37" actId="700"/>
          <ac:spMkLst>
            <pc:docMk/>
            <pc:sldMk cId="1861035575" sldId="269"/>
            <ac:spMk id="5" creationId="{7355E054-57E5-43AA-8891-0FB3B7D8829A}"/>
          </ac:spMkLst>
        </pc:spChg>
        <pc:spChg chg="mod ord">
          <ac:chgData name="Patel, Dipen" userId="95e02c68-5e51-4f8d-947a-942f03987a5d" providerId="ADAL" clId="{51AE6DE0-2FF7-44D9-8D70-0994A1D438E3}" dt="2026-04-12T21:01:01.151" v="44" actId="700"/>
          <ac:spMkLst>
            <pc:docMk/>
            <pc:sldMk cId="1861035575" sldId="269"/>
            <ac:spMk id="6" creationId="{B95E042A-48F0-47CE-AC4D-46C492F81836}"/>
          </ac:spMkLst>
        </pc:spChg>
        <pc:spChg chg="add del mod ord">
          <ac:chgData name="Patel, Dipen" userId="95e02c68-5e51-4f8d-947a-942f03987a5d" providerId="ADAL" clId="{51AE6DE0-2FF7-44D9-8D70-0994A1D438E3}" dt="2026-04-12T20:59:38.487" v="37" actId="700"/>
          <ac:spMkLst>
            <pc:docMk/>
            <pc:sldMk cId="1861035575" sldId="269"/>
            <ac:spMk id="8" creationId="{170E1EED-98AC-0276-9639-72FBC566D297}"/>
          </ac:spMkLst>
        </pc:spChg>
        <pc:spChg chg="add del mod ord">
          <ac:chgData name="Patel, Dipen" userId="95e02c68-5e51-4f8d-947a-942f03987a5d" providerId="ADAL" clId="{51AE6DE0-2FF7-44D9-8D70-0994A1D438E3}" dt="2026-04-12T20:59:38.487" v="37" actId="700"/>
          <ac:spMkLst>
            <pc:docMk/>
            <pc:sldMk cId="1861035575" sldId="269"/>
            <ac:spMk id="9" creationId="{F5A69D6A-3A8C-1E27-A63D-AC02AC41D4FC}"/>
          </ac:spMkLst>
        </pc:spChg>
        <pc:spChg chg="add del mod ord">
          <ac:chgData name="Patel, Dipen" userId="95e02c68-5e51-4f8d-947a-942f03987a5d" providerId="ADAL" clId="{51AE6DE0-2FF7-44D9-8D70-0994A1D438E3}" dt="2026-04-12T20:59:38.487" v="37" actId="700"/>
          <ac:spMkLst>
            <pc:docMk/>
            <pc:sldMk cId="1861035575" sldId="269"/>
            <ac:spMk id="10" creationId="{78BD4353-EDC8-BF71-7C8F-39EC23C454C2}"/>
          </ac:spMkLst>
        </pc:spChg>
        <pc:spChg chg="add del mod ord">
          <ac:chgData name="Patel, Dipen" userId="95e02c68-5e51-4f8d-947a-942f03987a5d" providerId="ADAL" clId="{51AE6DE0-2FF7-44D9-8D70-0994A1D438E3}" dt="2026-04-12T20:59:53.422" v="40" actId="6264"/>
          <ac:spMkLst>
            <pc:docMk/>
            <pc:sldMk cId="1861035575" sldId="269"/>
            <ac:spMk id="11" creationId="{70347525-CBB1-3ECC-4A18-5A18AE73D47D}"/>
          </ac:spMkLst>
        </pc:spChg>
        <pc:spChg chg="add del mod ord">
          <ac:chgData name="Patel, Dipen" userId="95e02c68-5e51-4f8d-947a-942f03987a5d" providerId="ADAL" clId="{51AE6DE0-2FF7-44D9-8D70-0994A1D438E3}" dt="2026-04-12T20:59:53.422" v="40" actId="6264"/>
          <ac:spMkLst>
            <pc:docMk/>
            <pc:sldMk cId="1861035575" sldId="269"/>
            <ac:spMk id="12" creationId="{81B2426B-24AF-B723-D33C-40A31B36CE57}"/>
          </ac:spMkLst>
        </pc:spChg>
        <pc:spChg chg="add del mod">
          <ac:chgData name="Patel, Dipen" userId="95e02c68-5e51-4f8d-947a-942f03987a5d" providerId="ADAL" clId="{51AE6DE0-2FF7-44D9-8D70-0994A1D438E3}" dt="2026-04-12T20:59:53.422" v="40" actId="6264"/>
          <ac:spMkLst>
            <pc:docMk/>
            <pc:sldMk cId="1861035575" sldId="269"/>
            <ac:spMk id="13" creationId="{53B78B4C-31DA-01E7-0CCB-4687101470F0}"/>
          </ac:spMkLst>
        </pc:spChg>
        <pc:spChg chg="add del mod ord">
          <ac:chgData name="Patel, Dipen" userId="95e02c68-5e51-4f8d-947a-942f03987a5d" providerId="ADAL" clId="{51AE6DE0-2FF7-44D9-8D70-0994A1D438E3}" dt="2026-04-12T21:00:39.618" v="43" actId="478"/>
          <ac:spMkLst>
            <pc:docMk/>
            <pc:sldMk cId="1861035575" sldId="269"/>
            <ac:spMk id="14" creationId="{49731D01-1CB0-A2EC-76CB-60A86404061E}"/>
          </ac:spMkLst>
        </pc:spChg>
        <pc:spChg chg="add del mod ord">
          <ac:chgData name="Patel, Dipen" userId="95e02c68-5e51-4f8d-947a-942f03987a5d" providerId="ADAL" clId="{51AE6DE0-2FF7-44D9-8D70-0994A1D438E3}" dt="2026-04-12T21:01:01.151" v="44" actId="700"/>
          <ac:spMkLst>
            <pc:docMk/>
            <pc:sldMk cId="1861035575" sldId="269"/>
            <ac:spMk id="15" creationId="{CFAA11A9-A923-1BD3-038D-DAEAE228DA44}"/>
          </ac:spMkLst>
        </pc:spChg>
        <pc:spChg chg="add del mod ord">
          <ac:chgData name="Patel, Dipen" userId="95e02c68-5e51-4f8d-947a-942f03987a5d" providerId="ADAL" clId="{51AE6DE0-2FF7-44D9-8D70-0994A1D438E3}" dt="2026-04-12T21:01:05.896" v="45" actId="478"/>
          <ac:spMkLst>
            <pc:docMk/>
            <pc:sldMk cId="1861035575" sldId="269"/>
            <ac:spMk id="16" creationId="{ECCC8571-3B89-5552-5611-B69B6E630F7A}"/>
          </ac:spMkLst>
        </pc:spChg>
        <pc:spChg chg="add del mod ord">
          <ac:chgData name="Patel, Dipen" userId="95e02c68-5e51-4f8d-947a-942f03987a5d" providerId="ADAL" clId="{51AE6DE0-2FF7-44D9-8D70-0994A1D438E3}" dt="2026-04-12T21:01:15.760" v="47" actId="478"/>
          <ac:spMkLst>
            <pc:docMk/>
            <pc:sldMk cId="1861035575" sldId="269"/>
            <ac:spMk id="17" creationId="{872D4547-7BA3-7B82-20A1-9FB0A6D9420A}"/>
          </ac:spMkLst>
        </pc:spChg>
        <pc:spChg chg="add del mod ord">
          <ac:chgData name="Patel, Dipen" userId="95e02c68-5e51-4f8d-947a-942f03987a5d" providerId="ADAL" clId="{51AE6DE0-2FF7-44D9-8D70-0994A1D438E3}" dt="2026-04-12T21:01:11.276" v="46" actId="478"/>
          <ac:spMkLst>
            <pc:docMk/>
            <pc:sldMk cId="1861035575" sldId="269"/>
            <ac:spMk id="18" creationId="{57C47F90-C06B-EAB3-FFE9-6BA9758EF838}"/>
          </ac:spMkLst>
        </pc:spChg>
        <pc:spChg chg="add del mod ord">
          <ac:chgData name="Patel, Dipen" userId="95e02c68-5e51-4f8d-947a-942f03987a5d" providerId="ADAL" clId="{51AE6DE0-2FF7-44D9-8D70-0994A1D438E3}" dt="2026-04-12T21:01:19.002" v="48" actId="478"/>
          <ac:spMkLst>
            <pc:docMk/>
            <pc:sldMk cId="1861035575" sldId="269"/>
            <ac:spMk id="19" creationId="{EEF87FBB-E7E8-0402-668D-059FBA64595F}"/>
          </ac:spMkLst>
        </pc:spChg>
      </pc:sldChg>
      <pc:sldChg chg="addSp delSp modSp add del mod modClrScheme chgLayout">
        <pc:chgData name="Patel, Dipen" userId="95e02c68-5e51-4f8d-947a-942f03987a5d" providerId="ADAL" clId="{51AE6DE0-2FF7-44D9-8D70-0994A1D438E3}" dt="2026-04-12T23:48:29.294" v="609" actId="47"/>
        <pc:sldMkLst>
          <pc:docMk/>
          <pc:sldMk cId="649257647" sldId="272"/>
        </pc:sldMkLst>
        <pc:spChg chg="add del mod ord">
          <ac:chgData name="Patel, Dipen" userId="95e02c68-5e51-4f8d-947a-942f03987a5d" providerId="ADAL" clId="{51AE6DE0-2FF7-44D9-8D70-0994A1D438E3}" dt="2026-04-12T20:59:14.022" v="33" actId="700"/>
          <ac:spMkLst>
            <pc:docMk/>
            <pc:sldMk cId="649257647" sldId="272"/>
            <ac:spMk id="2" creationId="{CEFD1EA8-13C9-918C-D318-44730DE92D59}"/>
          </ac:spMkLst>
        </pc:spChg>
        <pc:spChg chg="add del mod ord">
          <ac:chgData name="Patel, Dipen" userId="95e02c68-5e51-4f8d-947a-942f03987a5d" providerId="ADAL" clId="{51AE6DE0-2FF7-44D9-8D70-0994A1D438E3}" dt="2026-04-12T21:00:22.755" v="41" actId="478"/>
          <ac:spMkLst>
            <pc:docMk/>
            <pc:sldMk cId="649257647" sldId="272"/>
            <ac:spMk id="4" creationId="{B5B30672-7F17-4D3A-6D7A-3CA151E72D24}"/>
          </ac:spMkLst>
        </pc:spChg>
        <pc:spChg chg="mod ord">
          <ac:chgData name="Patel, Dipen" userId="95e02c68-5e51-4f8d-947a-942f03987a5d" providerId="ADAL" clId="{51AE6DE0-2FF7-44D9-8D70-0994A1D438E3}" dt="2026-04-12T20:59:14.022" v="33" actId="700"/>
          <ac:spMkLst>
            <pc:docMk/>
            <pc:sldMk cId="649257647" sldId="272"/>
            <ac:spMk id="6" creationId="{B95E042A-48F0-47CE-AC4D-46C492F81836}"/>
          </ac:spMkLst>
        </pc:spChg>
      </pc:sldChg>
      <pc:sldChg chg="modSp add del mod modClrScheme chgLayout">
        <pc:chgData name="Patel, Dipen" userId="95e02c68-5e51-4f8d-947a-942f03987a5d" providerId="ADAL" clId="{51AE6DE0-2FF7-44D9-8D70-0994A1D438E3}" dt="2026-04-12T23:48:29.294" v="609" actId="47"/>
        <pc:sldMkLst>
          <pc:docMk/>
          <pc:sldMk cId="2724052884" sldId="279"/>
        </pc:sldMkLst>
        <pc:spChg chg="mod ord">
          <ac:chgData name="Patel, Dipen" userId="95e02c68-5e51-4f8d-947a-942f03987a5d" providerId="ADAL" clId="{51AE6DE0-2FF7-44D9-8D70-0994A1D438E3}" dt="2026-04-12T21:06:23.195" v="82" actId="700"/>
          <ac:spMkLst>
            <pc:docMk/>
            <pc:sldMk cId="2724052884" sldId="279"/>
            <ac:spMk id="2" creationId="{88B98A02-B3C7-8A20-70BE-F693F8298621}"/>
          </ac:spMkLst>
        </pc:spChg>
        <pc:spChg chg="mod ord">
          <ac:chgData name="Patel, Dipen" userId="95e02c68-5e51-4f8d-947a-942f03987a5d" providerId="ADAL" clId="{51AE6DE0-2FF7-44D9-8D70-0994A1D438E3}" dt="2026-04-12T21:06:23.195" v="82" actId="700"/>
          <ac:spMkLst>
            <pc:docMk/>
            <pc:sldMk cId="2724052884" sldId="279"/>
            <ac:spMk id="4" creationId="{88C61021-43BE-6321-063C-E11195E7B4AC}"/>
          </ac:spMkLst>
        </pc:spChg>
        <pc:picChg chg="mod ord">
          <ac:chgData name="Patel, Dipen" userId="95e02c68-5e51-4f8d-947a-942f03987a5d" providerId="ADAL" clId="{51AE6DE0-2FF7-44D9-8D70-0994A1D438E3}" dt="2026-04-12T21:06:23.195" v="82" actId="700"/>
          <ac:picMkLst>
            <pc:docMk/>
            <pc:sldMk cId="2724052884" sldId="279"/>
            <ac:picMk id="6" creationId="{F4A73DDE-F699-B26D-E132-539132C19485}"/>
          </ac:picMkLst>
        </pc:picChg>
      </pc:sldChg>
      <pc:sldChg chg="modSp add del mod modClrScheme chgLayout">
        <pc:chgData name="Patel, Dipen" userId="95e02c68-5e51-4f8d-947a-942f03987a5d" providerId="ADAL" clId="{51AE6DE0-2FF7-44D9-8D70-0994A1D438E3}" dt="2026-04-12T23:48:29.294" v="609" actId="47"/>
        <pc:sldMkLst>
          <pc:docMk/>
          <pc:sldMk cId="820753421" sldId="280"/>
        </pc:sldMkLst>
        <pc:spChg chg="mod ord">
          <ac:chgData name="Patel, Dipen" userId="95e02c68-5e51-4f8d-947a-942f03987a5d" providerId="ADAL" clId="{51AE6DE0-2FF7-44D9-8D70-0994A1D438E3}" dt="2026-04-12T21:06:44.457" v="84" actId="27636"/>
          <ac:spMkLst>
            <pc:docMk/>
            <pc:sldMk cId="820753421" sldId="280"/>
            <ac:spMk id="2" creationId="{C3B86D15-F767-04EA-6B75-7E3D3D3BDC20}"/>
          </ac:spMkLst>
        </pc:spChg>
        <pc:spChg chg="mod ord">
          <ac:chgData name="Patel, Dipen" userId="95e02c68-5e51-4f8d-947a-942f03987a5d" providerId="ADAL" clId="{51AE6DE0-2FF7-44D9-8D70-0994A1D438E3}" dt="2026-04-12T21:06:44.436" v="83" actId="700"/>
          <ac:spMkLst>
            <pc:docMk/>
            <pc:sldMk cId="820753421" sldId="280"/>
            <ac:spMk id="3" creationId="{B9440CB7-1E29-9893-FCEB-9947FCBE1484}"/>
          </ac:spMkLst>
        </pc:spChg>
      </pc:sldChg>
      <pc:sldChg chg="addSp modSp add del mod modClrScheme chgLayout">
        <pc:chgData name="Patel, Dipen" userId="95e02c68-5e51-4f8d-947a-942f03987a5d" providerId="ADAL" clId="{51AE6DE0-2FF7-44D9-8D70-0994A1D438E3}" dt="2026-04-12T23:48:29.294" v="609" actId="47"/>
        <pc:sldMkLst>
          <pc:docMk/>
          <pc:sldMk cId="1772000863" sldId="293"/>
        </pc:sldMkLst>
        <pc:spChg chg="add mod ord">
          <ac:chgData name="Patel, Dipen" userId="95e02c68-5e51-4f8d-947a-942f03987a5d" providerId="ADAL" clId="{51AE6DE0-2FF7-44D9-8D70-0994A1D438E3}" dt="2026-04-12T21:05:19.839" v="77" actId="700"/>
          <ac:spMkLst>
            <pc:docMk/>
            <pc:sldMk cId="1772000863" sldId="293"/>
            <ac:spMk id="3" creationId="{760BB6AA-C587-25DC-120B-73B6D19BD3E0}"/>
          </ac:spMkLst>
        </pc:spChg>
        <pc:spChg chg="mod ord">
          <ac:chgData name="Patel, Dipen" userId="95e02c68-5e51-4f8d-947a-942f03987a5d" providerId="ADAL" clId="{51AE6DE0-2FF7-44D9-8D70-0994A1D438E3}" dt="2026-04-12T21:05:19.839" v="77" actId="700"/>
          <ac:spMkLst>
            <pc:docMk/>
            <pc:sldMk cId="1772000863" sldId="293"/>
            <ac:spMk id="4" creationId="{706A601C-F7AC-0C4F-9F21-FDFB1BAE4C2D}"/>
          </ac:spMkLst>
        </pc:spChg>
      </pc:sldChg>
      <pc:sldChg chg="add del">
        <pc:chgData name="Patel, Dipen" userId="95e02c68-5e51-4f8d-947a-942f03987a5d" providerId="ADAL" clId="{51AE6DE0-2FF7-44D9-8D70-0994A1D438E3}" dt="2026-04-12T23:48:29.294" v="609" actId="47"/>
        <pc:sldMkLst>
          <pc:docMk/>
          <pc:sldMk cId="136525537" sldId="296"/>
        </pc:sldMkLst>
      </pc:sldChg>
      <pc:sldChg chg="add del setBg">
        <pc:chgData name="Patel, Dipen" userId="95e02c68-5e51-4f8d-947a-942f03987a5d" providerId="ADAL" clId="{51AE6DE0-2FF7-44D9-8D70-0994A1D438E3}" dt="2026-04-12T23:48:29.294" v="609" actId="47"/>
        <pc:sldMkLst>
          <pc:docMk/>
          <pc:sldMk cId="2178263415" sldId="297"/>
        </pc:sldMkLst>
      </pc:sldChg>
      <pc:sldChg chg="add del setBg">
        <pc:chgData name="Patel, Dipen" userId="95e02c68-5e51-4f8d-947a-942f03987a5d" providerId="ADAL" clId="{51AE6DE0-2FF7-44D9-8D70-0994A1D438E3}" dt="2026-04-12T23:48:29.294" v="609" actId="47"/>
        <pc:sldMkLst>
          <pc:docMk/>
          <pc:sldMk cId="1094812159" sldId="298"/>
        </pc:sldMkLst>
      </pc:sldChg>
      <pc:sldChg chg="add del setBg">
        <pc:chgData name="Patel, Dipen" userId="95e02c68-5e51-4f8d-947a-942f03987a5d" providerId="ADAL" clId="{51AE6DE0-2FF7-44D9-8D70-0994A1D438E3}" dt="2026-04-12T23:48:29.294" v="609" actId="47"/>
        <pc:sldMkLst>
          <pc:docMk/>
          <pc:sldMk cId="2128202512" sldId="299"/>
        </pc:sldMkLst>
      </pc:sldChg>
      <pc:sldChg chg="add del">
        <pc:chgData name="Patel, Dipen" userId="95e02c68-5e51-4f8d-947a-942f03987a5d" providerId="ADAL" clId="{51AE6DE0-2FF7-44D9-8D70-0994A1D438E3}" dt="2026-04-12T23:48:29.294" v="609" actId="47"/>
        <pc:sldMkLst>
          <pc:docMk/>
          <pc:sldMk cId="2544581550" sldId="302"/>
        </pc:sldMkLst>
      </pc:sldChg>
      <pc:sldChg chg="modSp add del mod modClrScheme chgLayout">
        <pc:chgData name="Patel, Dipen" userId="95e02c68-5e51-4f8d-947a-942f03987a5d" providerId="ADAL" clId="{51AE6DE0-2FF7-44D9-8D70-0994A1D438E3}" dt="2026-04-12T23:48:29.294" v="609" actId="47"/>
        <pc:sldMkLst>
          <pc:docMk/>
          <pc:sldMk cId="603904239" sldId="303"/>
        </pc:sldMkLst>
        <pc:spChg chg="mod ord">
          <ac:chgData name="Patel, Dipen" userId="95e02c68-5e51-4f8d-947a-942f03987a5d" providerId="ADAL" clId="{51AE6DE0-2FF7-44D9-8D70-0994A1D438E3}" dt="2026-04-12T21:05:47.114" v="81" actId="700"/>
          <ac:spMkLst>
            <pc:docMk/>
            <pc:sldMk cId="603904239" sldId="303"/>
            <ac:spMk id="2" creationId="{426F2D18-84AC-0C46-A67D-FB13595DAA34}"/>
          </ac:spMkLst>
        </pc:spChg>
        <pc:spChg chg="mod ord">
          <ac:chgData name="Patel, Dipen" userId="95e02c68-5e51-4f8d-947a-942f03987a5d" providerId="ADAL" clId="{51AE6DE0-2FF7-44D9-8D70-0994A1D438E3}" dt="2026-04-12T21:05:47.114" v="81" actId="700"/>
          <ac:spMkLst>
            <pc:docMk/>
            <pc:sldMk cId="603904239" sldId="303"/>
            <ac:spMk id="4" creationId="{3525CACF-7353-A1EB-5028-32B60322A30B}"/>
          </ac:spMkLst>
        </pc:spChg>
        <pc:graphicFrameChg chg="mod ord">
          <ac:chgData name="Patel, Dipen" userId="95e02c68-5e51-4f8d-947a-942f03987a5d" providerId="ADAL" clId="{51AE6DE0-2FF7-44D9-8D70-0994A1D438E3}" dt="2026-04-12T21:05:47.114" v="81" actId="700"/>
          <ac:graphicFrameMkLst>
            <pc:docMk/>
            <pc:sldMk cId="603904239" sldId="303"/>
            <ac:graphicFrameMk id="5" creationId="{12A627F4-5D87-8807-EB96-1F5FACBA86C1}"/>
          </ac:graphicFrameMkLst>
        </pc:graphicFrameChg>
      </pc:sldChg>
      <pc:sldChg chg="add del setBg">
        <pc:chgData name="Patel, Dipen" userId="95e02c68-5e51-4f8d-947a-942f03987a5d" providerId="ADAL" clId="{51AE6DE0-2FF7-44D9-8D70-0994A1D438E3}" dt="2026-04-12T23:48:29.294" v="609" actId="47"/>
        <pc:sldMkLst>
          <pc:docMk/>
          <pc:sldMk cId="2110365467" sldId="305"/>
        </pc:sldMkLst>
      </pc:sldChg>
      <pc:sldChg chg="addSp delSp modSp add del mod setBg modClrScheme chgLayout">
        <pc:chgData name="Patel, Dipen" userId="95e02c68-5e51-4f8d-947a-942f03987a5d" providerId="ADAL" clId="{51AE6DE0-2FF7-44D9-8D70-0994A1D438E3}" dt="2026-04-12T23:48:29.294" v="609" actId="47"/>
        <pc:sldMkLst>
          <pc:docMk/>
          <pc:sldMk cId="2016116046" sldId="306"/>
        </pc:sldMkLst>
        <pc:spChg chg="add del mod ord">
          <ac:chgData name="Patel, Dipen" userId="95e02c68-5e51-4f8d-947a-942f03987a5d" providerId="ADAL" clId="{51AE6DE0-2FF7-44D9-8D70-0994A1D438E3}" dt="2026-04-12T21:05:27.448" v="79" actId="478"/>
          <ac:spMkLst>
            <pc:docMk/>
            <pc:sldMk cId="2016116046" sldId="306"/>
            <ac:spMk id="3" creationId="{A1884731-A194-B67E-5686-DB9C0108887D}"/>
          </ac:spMkLst>
        </pc:spChg>
        <pc:spChg chg="mod ord">
          <ac:chgData name="Patel, Dipen" userId="95e02c68-5e51-4f8d-947a-942f03987a5d" providerId="ADAL" clId="{51AE6DE0-2FF7-44D9-8D70-0994A1D438E3}" dt="2026-04-12T21:05:19.839" v="77" actId="700"/>
          <ac:spMkLst>
            <pc:docMk/>
            <pc:sldMk cId="2016116046" sldId="306"/>
            <ac:spMk id="4" creationId="{706A601C-F7AC-0C4F-9F21-FDFB1BAE4C2D}"/>
          </ac:spMkLst>
        </pc:spChg>
      </pc:sldChg>
      <pc:sldChg chg="delSp modSp add del mod modClrScheme chgLayout">
        <pc:chgData name="Patel, Dipen" userId="95e02c68-5e51-4f8d-947a-942f03987a5d" providerId="ADAL" clId="{51AE6DE0-2FF7-44D9-8D70-0994A1D438E3}" dt="2026-04-12T23:48:29.294" v="609" actId="47"/>
        <pc:sldMkLst>
          <pc:docMk/>
          <pc:sldMk cId="4079203421" sldId="307"/>
        </pc:sldMkLst>
        <pc:spChg chg="mod ord">
          <ac:chgData name="Patel, Dipen" userId="95e02c68-5e51-4f8d-947a-942f03987a5d" providerId="ADAL" clId="{51AE6DE0-2FF7-44D9-8D70-0994A1D438E3}" dt="2026-04-12T21:05:19.885" v="78" actId="27636"/>
          <ac:spMkLst>
            <pc:docMk/>
            <pc:sldMk cId="4079203421" sldId="307"/>
            <ac:spMk id="2" creationId="{498D50A1-8C73-4947-85B6-6EBB50B8BAF2}"/>
          </ac:spMkLst>
        </pc:spChg>
        <pc:spChg chg="mod ord">
          <ac:chgData name="Patel, Dipen" userId="95e02c68-5e51-4f8d-947a-942f03987a5d" providerId="ADAL" clId="{51AE6DE0-2FF7-44D9-8D70-0994A1D438E3}" dt="2026-04-12T21:05:19.839" v="77" actId="700"/>
          <ac:spMkLst>
            <pc:docMk/>
            <pc:sldMk cId="4079203421" sldId="307"/>
            <ac:spMk id="3" creationId="{1F116028-84E3-40BD-A170-E24189007667}"/>
          </ac:spMkLst>
        </pc:spChg>
        <pc:spChg chg="del">
          <ac:chgData name="Patel, Dipen" userId="95e02c68-5e51-4f8d-947a-942f03987a5d" providerId="ADAL" clId="{51AE6DE0-2FF7-44D9-8D70-0994A1D438E3}" dt="2026-04-12T21:44:31.484" v="345" actId="478"/>
          <ac:spMkLst>
            <pc:docMk/>
            <pc:sldMk cId="4079203421" sldId="307"/>
            <ac:spMk id="10" creationId="{1281FABD-2881-4226-8DA6-1CCA4C8314A0}"/>
          </ac:spMkLst>
        </pc:spChg>
        <pc:spChg chg="del mod">
          <ac:chgData name="Patel, Dipen" userId="95e02c68-5e51-4f8d-947a-942f03987a5d" providerId="ADAL" clId="{51AE6DE0-2FF7-44D9-8D70-0994A1D438E3}" dt="2026-04-12T21:44:26.013" v="344" actId="478"/>
          <ac:spMkLst>
            <pc:docMk/>
            <pc:sldMk cId="4079203421" sldId="307"/>
            <ac:spMk id="16" creationId="{D22051A0-A19C-4C49-8D14-9ED5B8C6E415}"/>
          </ac:spMkLst>
        </pc:spChg>
      </pc:sldChg>
      <pc:sldChg chg="new del">
        <pc:chgData name="Patel, Dipen" userId="95e02c68-5e51-4f8d-947a-942f03987a5d" providerId="ADAL" clId="{51AE6DE0-2FF7-44D9-8D70-0994A1D438E3}" dt="2026-04-12T21:30:14.012" v="269" actId="680"/>
        <pc:sldMkLst>
          <pc:docMk/>
          <pc:sldMk cId="1885191059" sldId="308"/>
        </pc:sldMkLst>
      </pc:sldChg>
      <pc:sldChg chg="addSp delSp modSp new mod modClrScheme chgLayout">
        <pc:chgData name="Patel, Dipen" userId="95e02c68-5e51-4f8d-947a-942f03987a5d" providerId="ADAL" clId="{51AE6DE0-2FF7-44D9-8D70-0994A1D438E3}" dt="2026-04-12T23:11:38.447" v="608" actId="1076"/>
        <pc:sldMkLst>
          <pc:docMk/>
          <pc:sldMk cId="3359192485" sldId="308"/>
        </pc:sldMkLst>
        <pc:spChg chg="mod ord">
          <ac:chgData name="Patel, Dipen" userId="95e02c68-5e51-4f8d-947a-942f03987a5d" providerId="ADAL" clId="{51AE6DE0-2FF7-44D9-8D70-0994A1D438E3}" dt="2026-04-12T21:37:46.231" v="336" actId="20577"/>
          <ac:spMkLst>
            <pc:docMk/>
            <pc:sldMk cId="3359192485" sldId="308"/>
            <ac:spMk id="2" creationId="{8AC32E29-6500-F843-5647-8D6EA97E41CE}"/>
          </ac:spMkLst>
        </pc:spChg>
        <pc:spChg chg="del mod ord">
          <ac:chgData name="Patel, Dipen" userId="95e02c68-5e51-4f8d-947a-942f03987a5d" providerId="ADAL" clId="{51AE6DE0-2FF7-44D9-8D70-0994A1D438E3}" dt="2026-04-12T21:35:34.691" v="318" actId="700"/>
          <ac:spMkLst>
            <pc:docMk/>
            <pc:sldMk cId="3359192485" sldId="308"/>
            <ac:spMk id="3" creationId="{FE9A71A8-E771-910C-C804-07670E299A96}"/>
          </ac:spMkLst>
        </pc:spChg>
        <pc:spChg chg="del mod ord">
          <ac:chgData name="Patel, Dipen" userId="95e02c68-5e51-4f8d-947a-942f03987a5d" providerId="ADAL" clId="{51AE6DE0-2FF7-44D9-8D70-0994A1D438E3}" dt="2026-04-12T21:35:34.691" v="318" actId="700"/>
          <ac:spMkLst>
            <pc:docMk/>
            <pc:sldMk cId="3359192485" sldId="308"/>
            <ac:spMk id="4" creationId="{43213F40-FF8E-5E74-5190-12D177F2E141}"/>
          </ac:spMkLst>
        </pc:spChg>
        <pc:spChg chg="add del mod ord">
          <ac:chgData name="Patel, Dipen" userId="95e02c68-5e51-4f8d-947a-942f03987a5d" providerId="ADAL" clId="{51AE6DE0-2FF7-44D9-8D70-0994A1D438E3}" dt="2026-04-12T21:35:42.728" v="319" actId="700"/>
          <ac:spMkLst>
            <pc:docMk/>
            <pc:sldMk cId="3359192485" sldId="308"/>
            <ac:spMk id="5" creationId="{DC336376-1252-1AB2-21D2-CF52E48644D5}"/>
          </ac:spMkLst>
        </pc:spChg>
        <pc:spChg chg="add del mod ord">
          <ac:chgData name="Patel, Dipen" userId="95e02c68-5e51-4f8d-947a-942f03987a5d" providerId="ADAL" clId="{51AE6DE0-2FF7-44D9-8D70-0994A1D438E3}" dt="2026-04-12T21:35:42.728" v="319" actId="700"/>
          <ac:spMkLst>
            <pc:docMk/>
            <pc:sldMk cId="3359192485" sldId="308"/>
            <ac:spMk id="6" creationId="{C5A72CD1-B720-4013-1119-ED45D332ECA1}"/>
          </ac:spMkLst>
        </pc:spChg>
        <pc:spChg chg="add del mod ord">
          <ac:chgData name="Patel, Dipen" userId="95e02c68-5e51-4f8d-947a-942f03987a5d" providerId="ADAL" clId="{51AE6DE0-2FF7-44D9-8D70-0994A1D438E3}" dt="2026-04-12T21:35:42.728" v="319" actId="700"/>
          <ac:spMkLst>
            <pc:docMk/>
            <pc:sldMk cId="3359192485" sldId="308"/>
            <ac:spMk id="7" creationId="{A44C8496-4F30-92C6-5A27-098FBDBC466A}"/>
          </ac:spMkLst>
        </pc:spChg>
        <pc:spChg chg="add del mod ord">
          <ac:chgData name="Patel, Dipen" userId="95e02c68-5e51-4f8d-947a-942f03987a5d" providerId="ADAL" clId="{51AE6DE0-2FF7-44D9-8D70-0994A1D438E3}" dt="2026-04-12T21:35:42.728" v="319" actId="700"/>
          <ac:spMkLst>
            <pc:docMk/>
            <pc:sldMk cId="3359192485" sldId="308"/>
            <ac:spMk id="8" creationId="{4E92CFFE-D31C-D757-EA42-0C1A5CF97B24}"/>
          </ac:spMkLst>
        </pc:spChg>
        <pc:spChg chg="add del mod ord">
          <ac:chgData name="Patel, Dipen" userId="95e02c68-5e51-4f8d-947a-942f03987a5d" providerId="ADAL" clId="{51AE6DE0-2FF7-44D9-8D70-0994A1D438E3}" dt="2026-04-12T21:36:05.095" v="320" actId="700"/>
          <ac:spMkLst>
            <pc:docMk/>
            <pc:sldMk cId="3359192485" sldId="308"/>
            <ac:spMk id="9" creationId="{3F5FE7C3-E7DA-DF20-9537-3BCCF00DB675}"/>
          </ac:spMkLst>
        </pc:spChg>
        <pc:spChg chg="add del mod ord">
          <ac:chgData name="Patel, Dipen" userId="95e02c68-5e51-4f8d-947a-942f03987a5d" providerId="ADAL" clId="{51AE6DE0-2FF7-44D9-8D70-0994A1D438E3}" dt="2026-04-12T21:36:05.095" v="320" actId="700"/>
          <ac:spMkLst>
            <pc:docMk/>
            <pc:sldMk cId="3359192485" sldId="308"/>
            <ac:spMk id="10" creationId="{5DC98E0C-7D7D-90BF-92A9-B0B85481AF6D}"/>
          </ac:spMkLst>
        </pc:spChg>
        <pc:spChg chg="add mod ord">
          <ac:chgData name="Patel, Dipen" userId="95e02c68-5e51-4f8d-947a-942f03987a5d" providerId="ADAL" clId="{51AE6DE0-2FF7-44D9-8D70-0994A1D438E3}" dt="2026-04-12T21:36:05.095" v="320" actId="700"/>
          <ac:spMkLst>
            <pc:docMk/>
            <pc:sldMk cId="3359192485" sldId="308"/>
            <ac:spMk id="11" creationId="{4B5F5DDE-766F-75B6-7DF1-EFC4108B8B16}"/>
          </ac:spMkLst>
        </pc:spChg>
        <pc:spChg chg="add mod ord">
          <ac:chgData name="Patel, Dipen" userId="95e02c68-5e51-4f8d-947a-942f03987a5d" providerId="ADAL" clId="{51AE6DE0-2FF7-44D9-8D70-0994A1D438E3}" dt="2026-04-12T21:36:05.095" v="320" actId="700"/>
          <ac:spMkLst>
            <pc:docMk/>
            <pc:sldMk cId="3359192485" sldId="308"/>
            <ac:spMk id="12" creationId="{AF6042DE-EF42-20B8-E6EC-C3DAADA6D9BA}"/>
          </ac:spMkLst>
        </pc:spChg>
        <pc:spChg chg="add mod ord">
          <ac:chgData name="Patel, Dipen" userId="95e02c68-5e51-4f8d-947a-942f03987a5d" providerId="ADAL" clId="{51AE6DE0-2FF7-44D9-8D70-0994A1D438E3}" dt="2026-04-12T21:36:05.095" v="320" actId="700"/>
          <ac:spMkLst>
            <pc:docMk/>
            <pc:sldMk cId="3359192485" sldId="308"/>
            <ac:spMk id="13" creationId="{5F52E4E0-E511-9F2A-D20C-81B19D94E9F0}"/>
          </ac:spMkLst>
        </pc:spChg>
        <pc:spChg chg="add mod ord">
          <ac:chgData name="Patel, Dipen" userId="95e02c68-5e51-4f8d-947a-942f03987a5d" providerId="ADAL" clId="{51AE6DE0-2FF7-44D9-8D70-0994A1D438E3}" dt="2026-04-12T21:36:05.095" v="320" actId="700"/>
          <ac:spMkLst>
            <pc:docMk/>
            <pc:sldMk cId="3359192485" sldId="308"/>
            <ac:spMk id="14" creationId="{F5448916-BB1A-DEC7-BA9A-B6A4C0802AFA}"/>
          </ac:spMkLst>
        </pc:spChg>
        <pc:picChg chg="mod ord">
          <ac:chgData name="Patel, Dipen" userId="95e02c68-5e51-4f8d-947a-942f03987a5d" providerId="ADAL" clId="{51AE6DE0-2FF7-44D9-8D70-0994A1D438E3}" dt="2026-04-12T23:11:38.447" v="608" actId="1076"/>
          <ac:picMkLst>
            <pc:docMk/>
            <pc:sldMk cId="3359192485" sldId="308"/>
            <ac:picMk id="4" creationId="{36484D51-D32F-36ED-7648-B8251A086EFF}"/>
          </ac:picMkLst>
        </pc:picChg>
      </pc:sldChg>
      <pc:sldChg chg="addSp delSp modSp new mod modClrScheme chgLayout">
        <pc:chgData name="Patel, Dipen" userId="95e02c68-5e51-4f8d-947a-942f03987a5d" providerId="ADAL" clId="{51AE6DE0-2FF7-44D9-8D70-0994A1D438E3}" dt="2026-04-12T22:03:00.897" v="449" actId="478"/>
        <pc:sldMkLst>
          <pc:docMk/>
          <pc:sldMk cId="1449194714" sldId="309"/>
        </pc:sldMkLst>
        <pc:spChg chg="del mod ord">
          <ac:chgData name="Patel, Dipen" userId="95e02c68-5e51-4f8d-947a-942f03987a5d" providerId="ADAL" clId="{51AE6DE0-2FF7-44D9-8D70-0994A1D438E3}" dt="2026-04-12T22:01:28.612" v="391" actId="700"/>
          <ac:spMkLst>
            <pc:docMk/>
            <pc:sldMk cId="1449194714" sldId="309"/>
            <ac:spMk id="2" creationId="{2F603E21-741C-03D0-8B45-881E8C4CFEBA}"/>
          </ac:spMkLst>
        </pc:spChg>
        <pc:spChg chg="del mod ord">
          <ac:chgData name="Patel, Dipen" userId="95e02c68-5e51-4f8d-947a-942f03987a5d" providerId="ADAL" clId="{51AE6DE0-2FF7-44D9-8D70-0994A1D438E3}" dt="2026-04-12T22:01:28.612" v="391" actId="700"/>
          <ac:spMkLst>
            <pc:docMk/>
            <pc:sldMk cId="1449194714" sldId="309"/>
            <ac:spMk id="3" creationId="{304B6F20-0876-68C1-225D-35C60FE23BD0}"/>
          </ac:spMkLst>
        </pc:spChg>
        <pc:spChg chg="del">
          <ac:chgData name="Patel, Dipen" userId="95e02c68-5e51-4f8d-947a-942f03987a5d" providerId="ADAL" clId="{51AE6DE0-2FF7-44D9-8D70-0994A1D438E3}" dt="2026-04-12T22:01:28.612" v="391" actId="700"/>
          <ac:spMkLst>
            <pc:docMk/>
            <pc:sldMk cId="1449194714" sldId="309"/>
            <ac:spMk id="4" creationId="{F34420E1-0357-D1BD-9BF1-C8B3C9E20330}"/>
          </ac:spMkLst>
        </pc:spChg>
        <pc:spChg chg="add mod ord">
          <ac:chgData name="Patel, Dipen" userId="95e02c68-5e51-4f8d-947a-942f03987a5d" providerId="ADAL" clId="{51AE6DE0-2FF7-44D9-8D70-0994A1D438E3}" dt="2026-04-12T22:02:55.028" v="448" actId="20577"/>
          <ac:spMkLst>
            <pc:docMk/>
            <pc:sldMk cId="1449194714" sldId="309"/>
            <ac:spMk id="5" creationId="{887DDB6E-AA61-BB2B-28EC-EC746D4122D0}"/>
          </ac:spMkLst>
        </pc:spChg>
        <pc:spChg chg="add del mod ord">
          <ac:chgData name="Patel, Dipen" userId="95e02c68-5e51-4f8d-947a-942f03987a5d" providerId="ADAL" clId="{51AE6DE0-2FF7-44D9-8D70-0994A1D438E3}" dt="2026-04-12T22:03:00.897" v="449" actId="478"/>
          <ac:spMkLst>
            <pc:docMk/>
            <pc:sldMk cId="1449194714" sldId="309"/>
            <ac:spMk id="6" creationId="{411318F9-AFE8-957A-BBAB-5AB428916883}"/>
          </ac:spMkLst>
        </pc:spChg>
      </pc:sldChg>
      <pc:sldChg chg="addSp delSp modSp add mod">
        <pc:chgData name="Patel, Dipen" userId="95e02c68-5e51-4f8d-947a-942f03987a5d" providerId="ADAL" clId="{51AE6DE0-2FF7-44D9-8D70-0994A1D438E3}" dt="2026-04-12T23:06:18.288" v="598" actId="1076"/>
        <pc:sldMkLst>
          <pc:docMk/>
          <pc:sldMk cId="1882743753" sldId="310"/>
        </pc:sldMkLst>
        <pc:spChg chg="mod">
          <ac:chgData name="Patel, Dipen" userId="95e02c68-5e51-4f8d-947a-942f03987a5d" providerId="ADAL" clId="{51AE6DE0-2FF7-44D9-8D70-0994A1D438E3}" dt="2026-04-12T22:12:21.668" v="581" actId="242"/>
          <ac:spMkLst>
            <pc:docMk/>
            <pc:sldMk cId="1882743753" sldId="310"/>
            <ac:spMk id="2" creationId="{1BB00D59-2063-D964-C46A-3346A957693F}"/>
          </ac:spMkLst>
        </pc:spChg>
        <pc:spChg chg="add del mod">
          <ac:chgData name="Patel, Dipen" userId="95e02c68-5e51-4f8d-947a-942f03987a5d" providerId="ADAL" clId="{51AE6DE0-2FF7-44D9-8D70-0994A1D438E3}" dt="2026-04-12T22:12:04.182" v="579" actId="931"/>
          <ac:spMkLst>
            <pc:docMk/>
            <pc:sldMk cId="1882743753" sldId="310"/>
            <ac:spMk id="4" creationId="{43385D3F-19D4-E828-5586-66161D85E4DD}"/>
          </ac:spMkLst>
        </pc:spChg>
        <pc:spChg chg="del mod">
          <ac:chgData name="Patel, Dipen" userId="95e02c68-5e51-4f8d-947a-942f03987a5d" providerId="ADAL" clId="{51AE6DE0-2FF7-44D9-8D70-0994A1D438E3}" dt="2026-04-12T22:12:10.203" v="580" actId="26606"/>
          <ac:spMkLst>
            <pc:docMk/>
            <pc:sldMk cId="1882743753" sldId="310"/>
            <ac:spMk id="13" creationId="{0B705A3D-A9AC-788F-87E8-025EF72E836A}"/>
          </ac:spMkLst>
        </pc:spChg>
        <pc:spChg chg="add mod">
          <ac:chgData name="Patel, Dipen" userId="95e02c68-5e51-4f8d-947a-942f03987a5d" providerId="ADAL" clId="{51AE6DE0-2FF7-44D9-8D70-0994A1D438E3}" dt="2026-04-12T22:12:59.177" v="584" actId="1076"/>
          <ac:spMkLst>
            <pc:docMk/>
            <pc:sldMk cId="1882743753" sldId="310"/>
            <ac:spMk id="18" creationId="{A7AE69C8-FDFC-BA0A-2DE4-CC36F5817E38}"/>
          </ac:spMkLst>
        </pc:spChg>
        <pc:picChg chg="add mod ord">
          <ac:chgData name="Patel, Dipen" userId="95e02c68-5e51-4f8d-947a-942f03987a5d" providerId="ADAL" clId="{51AE6DE0-2FF7-44D9-8D70-0994A1D438E3}" dt="2026-04-12T22:12:10.203" v="580" actId="26606"/>
          <ac:picMkLst>
            <pc:docMk/>
            <pc:sldMk cId="1882743753" sldId="310"/>
            <ac:picMk id="6" creationId="{713230C3-4B5F-FFFA-E3C0-2E6B46A3AE5E}"/>
          </ac:picMkLst>
        </pc:picChg>
        <pc:picChg chg="mod">
          <ac:chgData name="Patel, Dipen" userId="95e02c68-5e51-4f8d-947a-942f03987a5d" providerId="ADAL" clId="{51AE6DE0-2FF7-44D9-8D70-0994A1D438E3}" dt="2026-04-12T23:06:18.288" v="598" actId="1076"/>
          <ac:picMkLst>
            <pc:docMk/>
            <pc:sldMk cId="1882743753" sldId="310"/>
            <ac:picMk id="8" creationId="{BD8E2274-4CE8-160D-5979-ADB10B5F810D}"/>
          </ac:picMkLst>
        </pc:picChg>
        <pc:picChg chg="del">
          <ac:chgData name="Patel, Dipen" userId="95e02c68-5e51-4f8d-947a-942f03987a5d" providerId="ADAL" clId="{51AE6DE0-2FF7-44D9-8D70-0994A1D438E3}" dt="2026-04-12T22:11:58.203" v="578" actId="478"/>
          <ac:picMkLst>
            <pc:docMk/>
            <pc:sldMk cId="1882743753" sldId="310"/>
            <ac:picMk id="15" creationId="{31F7639F-82B3-8416-554D-BFB178D5A1E1}"/>
          </ac:picMkLst>
        </pc:picChg>
      </pc:sldChg>
      <pc:sldChg chg="addSp delSp modSp add mod">
        <pc:chgData name="Patel, Dipen" userId="95e02c68-5e51-4f8d-947a-942f03987a5d" providerId="ADAL" clId="{51AE6DE0-2FF7-44D9-8D70-0994A1D438E3}" dt="2026-04-12T23:07:01.910" v="599" actId="1076"/>
        <pc:sldMkLst>
          <pc:docMk/>
          <pc:sldMk cId="2557222823" sldId="311"/>
        </pc:sldMkLst>
        <pc:spChg chg="mod">
          <ac:chgData name="Patel, Dipen" userId="95e02c68-5e51-4f8d-947a-942f03987a5d" providerId="ADAL" clId="{51AE6DE0-2FF7-44D9-8D70-0994A1D438E3}" dt="2026-04-12T22:03:56.846" v="479" actId="14100"/>
          <ac:spMkLst>
            <pc:docMk/>
            <pc:sldMk cId="2557222823" sldId="311"/>
            <ac:spMk id="2" creationId="{CBB88DFD-1E61-E10C-2CCE-30B78B4B84E0}"/>
          </ac:spMkLst>
        </pc:spChg>
        <pc:spChg chg="add del mod">
          <ac:chgData name="Patel, Dipen" userId="95e02c68-5e51-4f8d-947a-942f03987a5d" providerId="ADAL" clId="{51AE6DE0-2FF7-44D9-8D70-0994A1D438E3}" dt="2026-04-12T22:04:43.773" v="482" actId="931"/>
          <ac:spMkLst>
            <pc:docMk/>
            <pc:sldMk cId="2557222823" sldId="311"/>
            <ac:spMk id="4" creationId="{DFF1CFE4-A93E-6CF1-EC56-F9ECB57DBF41}"/>
          </ac:spMkLst>
        </pc:spChg>
        <pc:spChg chg="mod">
          <ac:chgData name="Patel, Dipen" userId="95e02c68-5e51-4f8d-947a-942f03987a5d" providerId="ADAL" clId="{51AE6DE0-2FF7-44D9-8D70-0994A1D438E3}" dt="2026-04-12T22:14:30.687" v="594" actId="20577"/>
          <ac:spMkLst>
            <pc:docMk/>
            <pc:sldMk cId="2557222823" sldId="311"/>
            <ac:spMk id="13" creationId="{EAABB7FD-EFA4-A1DB-5022-89F6BC24AEA3}"/>
          </ac:spMkLst>
        </pc:spChg>
        <pc:picChg chg="add mod ord">
          <ac:chgData name="Patel, Dipen" userId="95e02c68-5e51-4f8d-947a-942f03987a5d" providerId="ADAL" clId="{51AE6DE0-2FF7-44D9-8D70-0994A1D438E3}" dt="2026-04-12T22:13:25" v="586" actId="1076"/>
          <ac:picMkLst>
            <pc:docMk/>
            <pc:sldMk cId="2557222823" sldId="311"/>
            <ac:picMk id="6" creationId="{EEAB4229-648F-12FE-D8F4-F7BA1FF4176C}"/>
          </ac:picMkLst>
        </pc:picChg>
        <pc:picChg chg="mod">
          <ac:chgData name="Patel, Dipen" userId="95e02c68-5e51-4f8d-947a-942f03987a5d" providerId="ADAL" clId="{51AE6DE0-2FF7-44D9-8D70-0994A1D438E3}" dt="2026-04-12T23:07:01.910" v="599" actId="1076"/>
          <ac:picMkLst>
            <pc:docMk/>
            <pc:sldMk cId="2557222823" sldId="311"/>
            <ac:picMk id="7" creationId="{6A6A7852-D2B9-F7A2-B327-23050CA5DEE3}"/>
          </ac:picMkLst>
        </pc:picChg>
        <pc:picChg chg="del">
          <ac:chgData name="Patel, Dipen" userId="95e02c68-5e51-4f8d-947a-942f03987a5d" providerId="ADAL" clId="{51AE6DE0-2FF7-44D9-8D70-0994A1D438E3}" dt="2026-04-12T22:04:35.825" v="481" actId="478"/>
          <ac:picMkLst>
            <pc:docMk/>
            <pc:sldMk cId="2557222823" sldId="311"/>
            <ac:picMk id="15" creationId="{658E05FA-883B-A34E-BCB5-784EE2CAAEE4}"/>
          </ac:picMkLst>
        </pc:picChg>
      </pc:sldChg>
      <pc:sldChg chg="addSp delSp modSp add mod modClrScheme chgLayout">
        <pc:chgData name="Patel, Dipen" userId="95e02c68-5e51-4f8d-947a-942f03987a5d" providerId="ADAL" clId="{51AE6DE0-2FF7-44D9-8D70-0994A1D438E3}" dt="2026-04-12T23:07:38.650" v="600" actId="1076"/>
        <pc:sldMkLst>
          <pc:docMk/>
          <pc:sldMk cId="256613850" sldId="312"/>
        </pc:sldMkLst>
        <pc:spChg chg="mod ord">
          <ac:chgData name="Patel, Dipen" userId="95e02c68-5e51-4f8d-947a-942f03987a5d" providerId="ADAL" clId="{51AE6DE0-2FF7-44D9-8D70-0994A1D438E3}" dt="2026-04-12T22:10:36.814" v="570" actId="700"/>
          <ac:spMkLst>
            <pc:docMk/>
            <pc:sldMk cId="256613850" sldId="312"/>
            <ac:spMk id="2" creationId="{4BB5EDB6-6498-1A05-6B3C-0F7E08C708C8}"/>
          </ac:spMkLst>
        </pc:spChg>
        <pc:spChg chg="add del mod">
          <ac:chgData name="Patel, Dipen" userId="95e02c68-5e51-4f8d-947a-942f03987a5d" providerId="ADAL" clId="{51AE6DE0-2FF7-44D9-8D70-0994A1D438E3}" dt="2026-04-12T22:05:42.950" v="531" actId="931"/>
          <ac:spMkLst>
            <pc:docMk/>
            <pc:sldMk cId="256613850" sldId="312"/>
            <ac:spMk id="4" creationId="{1B4A6FBE-5C21-5B0E-396E-9AB352DDF7AD}"/>
          </ac:spMkLst>
        </pc:spChg>
        <pc:spChg chg="add del mod">
          <ac:chgData name="Patel, Dipen" userId="95e02c68-5e51-4f8d-947a-942f03987a5d" providerId="ADAL" clId="{51AE6DE0-2FF7-44D9-8D70-0994A1D438E3}" dt="2026-04-12T22:06:02.493" v="534" actId="931"/>
          <ac:spMkLst>
            <pc:docMk/>
            <pc:sldMk cId="256613850" sldId="312"/>
            <ac:spMk id="10" creationId="{76EA6074-A209-061F-9C2B-4F528BB3D829}"/>
          </ac:spMkLst>
        </pc:spChg>
        <pc:spChg chg="del mod">
          <ac:chgData name="Patel, Dipen" userId="95e02c68-5e51-4f8d-947a-942f03987a5d" providerId="ADAL" clId="{51AE6DE0-2FF7-44D9-8D70-0994A1D438E3}" dt="2026-04-12T22:06:35.833" v="535" actId="26606"/>
          <ac:spMkLst>
            <pc:docMk/>
            <pc:sldMk cId="256613850" sldId="312"/>
            <ac:spMk id="13" creationId="{89C6C03F-C644-D920-68C2-D524F835C98A}"/>
          </ac:spMkLst>
        </pc:spChg>
        <pc:spChg chg="add del">
          <ac:chgData name="Patel, Dipen" userId="95e02c68-5e51-4f8d-947a-942f03987a5d" providerId="ADAL" clId="{51AE6DE0-2FF7-44D9-8D70-0994A1D438E3}" dt="2026-04-12T22:07:19.034" v="546" actId="26606"/>
          <ac:spMkLst>
            <pc:docMk/>
            <pc:sldMk cId="256613850" sldId="312"/>
            <ac:spMk id="18" creationId="{B0B65A5C-2216-4C7E-EC61-08CD4096E64D}"/>
          </ac:spMkLst>
        </pc:spChg>
        <pc:spChg chg="add mod ord">
          <ac:chgData name="Patel, Dipen" userId="95e02c68-5e51-4f8d-947a-942f03987a5d" providerId="ADAL" clId="{51AE6DE0-2FF7-44D9-8D70-0994A1D438E3}" dt="2026-04-12T22:13:47.657" v="589" actId="14100"/>
          <ac:spMkLst>
            <pc:docMk/>
            <pc:sldMk cId="256613850" sldId="312"/>
            <ac:spMk id="19" creationId="{F4259BA6-4D31-D989-A9C8-4D039340F941}"/>
          </ac:spMkLst>
        </pc:spChg>
        <pc:spChg chg="add del mod">
          <ac:chgData name="Patel, Dipen" userId="95e02c68-5e51-4f8d-947a-942f03987a5d" providerId="ADAL" clId="{51AE6DE0-2FF7-44D9-8D70-0994A1D438E3}" dt="2026-04-12T22:07:28.615" v="547" actId="931"/>
          <ac:spMkLst>
            <pc:docMk/>
            <pc:sldMk cId="256613850" sldId="312"/>
            <ac:spMk id="23" creationId="{D3305EDC-4602-5DF7-656F-6C94B8BD363F}"/>
          </ac:spMkLst>
        </pc:spChg>
        <pc:picChg chg="add del mod ord">
          <ac:chgData name="Patel, Dipen" userId="95e02c68-5e51-4f8d-947a-942f03987a5d" providerId="ADAL" clId="{51AE6DE0-2FF7-44D9-8D70-0994A1D438E3}" dt="2026-04-12T22:05:55.659" v="533" actId="478"/>
          <ac:picMkLst>
            <pc:docMk/>
            <pc:sldMk cId="256613850" sldId="312"/>
            <ac:picMk id="6" creationId="{AE0D4EE5-3B06-CD47-6A52-4F4AC7B0CD1C}"/>
          </ac:picMkLst>
        </pc:picChg>
        <pc:picChg chg="add del mod">
          <ac:chgData name="Patel, Dipen" userId="95e02c68-5e51-4f8d-947a-942f03987a5d" providerId="ADAL" clId="{51AE6DE0-2FF7-44D9-8D70-0994A1D438E3}" dt="2026-04-12T22:05:53.096" v="532" actId="478"/>
          <ac:picMkLst>
            <pc:docMk/>
            <pc:sldMk cId="256613850" sldId="312"/>
            <ac:picMk id="8" creationId="{28D8FFCA-B11E-D4B5-72B1-B65227FD74CF}"/>
          </ac:picMkLst>
        </pc:picChg>
        <pc:picChg chg="add mod ord modCrop">
          <ac:chgData name="Patel, Dipen" userId="95e02c68-5e51-4f8d-947a-942f03987a5d" providerId="ADAL" clId="{51AE6DE0-2FF7-44D9-8D70-0994A1D438E3}" dt="2026-04-12T22:10:52.738" v="573" actId="14100"/>
          <ac:picMkLst>
            <pc:docMk/>
            <pc:sldMk cId="256613850" sldId="312"/>
            <ac:picMk id="12" creationId="{D5BE014B-DD51-6249-88C0-8D141E7CD23C}"/>
          </ac:picMkLst>
        </pc:picChg>
        <pc:picChg chg="add del mod">
          <ac:chgData name="Patel, Dipen" userId="95e02c68-5e51-4f8d-947a-942f03987a5d" providerId="ADAL" clId="{51AE6DE0-2FF7-44D9-8D70-0994A1D438E3}" dt="2026-04-12T22:07:08.596" v="544"/>
          <ac:picMkLst>
            <pc:docMk/>
            <pc:sldMk cId="256613850" sldId="312"/>
            <ac:picMk id="14" creationId="{D4370011-6E85-AC1A-FCA7-70D3543AF260}"/>
          </ac:picMkLst>
        </pc:picChg>
        <pc:picChg chg="del">
          <ac:chgData name="Patel, Dipen" userId="95e02c68-5e51-4f8d-947a-942f03987a5d" providerId="ADAL" clId="{51AE6DE0-2FF7-44D9-8D70-0994A1D438E3}" dt="2026-04-12T22:05:27.766" v="529" actId="478"/>
          <ac:picMkLst>
            <pc:docMk/>
            <pc:sldMk cId="256613850" sldId="312"/>
            <ac:picMk id="15" creationId="{6DB6807E-B2D4-00EC-CDA4-CCC3C9319CC0}"/>
          </ac:picMkLst>
        </pc:picChg>
        <pc:picChg chg="add mod ord">
          <ac:chgData name="Patel, Dipen" userId="95e02c68-5e51-4f8d-947a-942f03987a5d" providerId="ADAL" clId="{51AE6DE0-2FF7-44D9-8D70-0994A1D438E3}" dt="2026-04-12T22:10:56.015" v="574" actId="14100"/>
          <ac:picMkLst>
            <pc:docMk/>
            <pc:sldMk cId="256613850" sldId="312"/>
            <ac:picMk id="17" creationId="{660196A2-2713-C5FF-D81F-F8A56C69DB03}"/>
          </ac:picMkLst>
        </pc:picChg>
        <pc:picChg chg="mod">
          <ac:chgData name="Patel, Dipen" userId="95e02c68-5e51-4f8d-947a-942f03987a5d" providerId="ADAL" clId="{51AE6DE0-2FF7-44D9-8D70-0994A1D438E3}" dt="2026-04-12T23:07:38.650" v="600" actId="1076"/>
          <ac:picMkLst>
            <pc:docMk/>
            <pc:sldMk cId="256613850" sldId="312"/>
            <ac:picMk id="20" creationId="{76E2E261-B519-D2C7-9998-D3D6DB1FB4DB}"/>
          </ac:picMkLst>
        </pc:picChg>
      </pc:sldChg>
      <pc:sldMasterChg chg="delSldLayout">
        <pc:chgData name="Patel, Dipen" userId="95e02c68-5e51-4f8d-947a-942f03987a5d" providerId="ADAL" clId="{51AE6DE0-2FF7-44D9-8D70-0994A1D438E3}" dt="2026-04-12T23:48:29.294" v="609" actId="47"/>
        <pc:sldMasterMkLst>
          <pc:docMk/>
          <pc:sldMasterMk cId="3892975752" sldId="2147483672"/>
        </pc:sldMasterMkLst>
        <pc:sldLayoutChg chg="del">
          <pc:chgData name="Patel, Dipen" userId="95e02c68-5e51-4f8d-947a-942f03987a5d" providerId="ADAL" clId="{51AE6DE0-2FF7-44D9-8D70-0994A1D438E3}" dt="2026-04-12T23:48:29.294" v="609" actId="47"/>
          <pc:sldLayoutMkLst>
            <pc:docMk/>
            <pc:sldMasterMk cId="3892975752" sldId="2147483672"/>
            <pc:sldLayoutMk cId="3330229767" sldId="2147483675"/>
          </pc:sldLayoutMkLst>
        </pc:sldLayoutChg>
        <pc:sldLayoutChg chg="del">
          <pc:chgData name="Patel, Dipen" userId="95e02c68-5e51-4f8d-947a-942f03987a5d" providerId="ADAL" clId="{51AE6DE0-2FF7-44D9-8D70-0994A1D438E3}" dt="2026-04-12T23:48:29.294" v="609" actId="47"/>
          <pc:sldLayoutMkLst>
            <pc:docMk/>
            <pc:sldMasterMk cId="3892975752" sldId="2147483672"/>
            <pc:sldLayoutMk cId="296597691" sldId="2147483677"/>
          </pc:sldLayoutMkLst>
        </pc:sldLayoutChg>
        <pc:sldLayoutChg chg="del">
          <pc:chgData name="Patel, Dipen" userId="95e02c68-5e51-4f8d-947a-942f03987a5d" providerId="ADAL" clId="{51AE6DE0-2FF7-44D9-8D70-0994A1D438E3}" dt="2026-04-12T23:48:29.294" v="609" actId="47"/>
          <pc:sldLayoutMkLst>
            <pc:docMk/>
            <pc:sldMasterMk cId="3892975752" sldId="2147483672"/>
            <pc:sldLayoutMk cId="360594915" sldId="2147483678"/>
          </pc:sldLayoutMkLst>
        </pc:sldLayoutChg>
        <pc:sldLayoutChg chg="del">
          <pc:chgData name="Patel, Dipen" userId="95e02c68-5e51-4f8d-947a-942f03987a5d" providerId="ADAL" clId="{51AE6DE0-2FF7-44D9-8D70-0994A1D438E3}" dt="2026-04-12T23:48:29.294" v="609" actId="47"/>
          <pc:sldLayoutMkLst>
            <pc:docMk/>
            <pc:sldMasterMk cId="3892975752" sldId="2147483672"/>
            <pc:sldLayoutMk cId="3581902449" sldId="2147483695"/>
          </pc:sldLayoutMkLst>
        </pc:sldLayoutChg>
      </pc:sldMasterChg>
    </pc:docChg>
  </pc:docChgLst>
  <pc:docChgLst>
    <pc:chgData name="Srivatsa, Srijan" userId="S::ssrivatsa35@gatech.edu::4610f3b9-a5bf-4f75-b9ac-8163a2bfdd02" providerId="AD" clId="Web-{9FAE954A-E808-FE12-FDAF-086E3DFE1AC1}"/>
    <pc:docChg chg="modSld">
      <pc:chgData name="Srivatsa, Srijan" userId="S::ssrivatsa35@gatech.edu::4610f3b9-a5bf-4f75-b9ac-8163a2bfdd02" providerId="AD" clId="Web-{9FAE954A-E808-FE12-FDAF-086E3DFE1AC1}" dt="2026-04-12T21:45:46.641" v="55"/>
      <pc:docMkLst>
        <pc:docMk/>
      </pc:docMkLst>
      <pc:sldChg chg="modSp modNotes">
        <pc:chgData name="Srivatsa, Srijan" userId="S::ssrivatsa35@gatech.edu::4610f3b9-a5bf-4f75-b9ac-8163a2bfdd02" providerId="AD" clId="Web-{9FAE954A-E808-FE12-FDAF-086E3DFE1AC1}" dt="2026-04-12T21:45:46.641" v="55"/>
        <pc:sldMkLst>
          <pc:docMk/>
          <pc:sldMk cId="1844116572" sldId="258"/>
        </pc:sldMkLst>
        <pc:graphicFrameChg chg="modGraphic">
          <ac:chgData name="Srivatsa, Srijan" userId="S::ssrivatsa35@gatech.edu::4610f3b9-a5bf-4f75-b9ac-8163a2bfdd02" providerId="AD" clId="Web-{9FAE954A-E808-FE12-FDAF-086E3DFE1AC1}" dt="2026-04-12T21:44:22.749" v="50" actId="20577"/>
          <ac:graphicFrameMkLst>
            <pc:docMk/>
            <pc:sldMk cId="1844116572" sldId="258"/>
            <ac:graphicFrameMk id="12" creationId="{CC07A0CC-88D8-6801-DA74-6E8114A5202A}"/>
          </ac:graphicFrameMkLst>
        </pc:graphicFrameChg>
      </pc:sldChg>
    </pc:docChg>
  </pc:docChgLst>
  <pc:docChgLst>
    <pc:chgData name="Hao, William H" userId="S::whao37@gatech.edu::f2e96cc1-3d95-4029-a8fa-1487600c1dc0" providerId="AD" clId="Web-{10BCA015-31DC-848B-D672-876E8C1C9F9B}"/>
    <pc:docChg chg="addSld modSld">
      <pc:chgData name="Hao, William H" userId="S::whao37@gatech.edu::f2e96cc1-3d95-4029-a8fa-1487600c1dc0" providerId="AD" clId="Web-{10BCA015-31DC-848B-D672-876E8C1C9F9B}" dt="2026-04-12T23:31:23.451" v="550" actId="1076"/>
      <pc:docMkLst>
        <pc:docMk/>
      </pc:docMkLst>
      <pc:sldChg chg="addSp delSp modSp modMedia addAnim delAnim">
        <pc:chgData name="Hao, William H" userId="S::whao37@gatech.edu::f2e96cc1-3d95-4029-a8fa-1487600c1dc0" providerId="AD" clId="Web-{10BCA015-31DC-848B-D672-876E8C1C9F9B}" dt="2026-04-12T23:30:55.574" v="548" actId="1076"/>
        <pc:sldMkLst>
          <pc:docMk/>
          <pc:sldMk cId="3359192485" sldId="308"/>
        </pc:sldMkLst>
        <pc:spChg chg="mod">
          <ac:chgData name="Hao, William H" userId="S::whao37@gatech.edu::f2e96cc1-3d95-4029-a8fa-1487600c1dc0" providerId="AD" clId="Web-{10BCA015-31DC-848B-D672-876E8C1C9F9B}" dt="2026-04-12T22:25:31.022" v="121" actId="20577"/>
          <ac:spMkLst>
            <pc:docMk/>
            <pc:sldMk cId="3359192485" sldId="308"/>
            <ac:spMk id="11" creationId="{4B5F5DDE-766F-75B6-7DF1-EFC4108B8B16}"/>
          </ac:spMkLst>
        </pc:spChg>
        <pc:spChg chg="mod">
          <ac:chgData name="Hao, William H" userId="S::whao37@gatech.edu::f2e96cc1-3d95-4029-a8fa-1487600c1dc0" providerId="AD" clId="Web-{10BCA015-31DC-848B-D672-876E8C1C9F9B}" dt="2026-04-12T22:45:39.511" v="436" actId="20577"/>
          <ac:spMkLst>
            <pc:docMk/>
            <pc:sldMk cId="3359192485" sldId="308"/>
            <ac:spMk id="12" creationId="{AF6042DE-EF42-20B8-E6EC-C3DAADA6D9BA}"/>
          </ac:spMkLst>
        </pc:spChg>
        <pc:spChg chg="mod">
          <ac:chgData name="Hao, William H" userId="S::whao37@gatech.edu::f2e96cc1-3d95-4029-a8fa-1487600c1dc0" providerId="AD" clId="Web-{10BCA015-31DC-848B-D672-876E8C1C9F9B}" dt="2026-04-12T22:36:42.336" v="241" actId="20577"/>
          <ac:spMkLst>
            <pc:docMk/>
            <pc:sldMk cId="3359192485" sldId="308"/>
            <ac:spMk id="13" creationId="{5F52E4E0-E511-9F2A-D20C-81B19D94E9F0}"/>
          </ac:spMkLst>
        </pc:spChg>
        <pc:spChg chg="mod">
          <ac:chgData name="Hao, William H" userId="S::whao37@gatech.edu::f2e96cc1-3d95-4029-a8fa-1487600c1dc0" providerId="AD" clId="Web-{10BCA015-31DC-848B-D672-876E8C1C9F9B}" dt="2026-04-12T22:46:40.292" v="489" actId="20577"/>
          <ac:spMkLst>
            <pc:docMk/>
            <pc:sldMk cId="3359192485" sldId="308"/>
            <ac:spMk id="14" creationId="{F5448916-BB1A-DEC7-BA9A-B6A4C0802AFA}"/>
          </ac:spMkLst>
        </pc:spChg>
        <pc:picChg chg="add mod">
          <ac:chgData name="Hao, William H" userId="S::whao37@gatech.edu::f2e96cc1-3d95-4029-a8fa-1487600c1dc0" providerId="AD" clId="Web-{10BCA015-31DC-848B-D672-876E8C1C9F9B}" dt="2026-04-12T22:47:04.058" v="492" actId="14100"/>
          <ac:picMkLst>
            <pc:docMk/>
            <pc:sldMk cId="3359192485" sldId="308"/>
            <ac:picMk id="3" creationId="{92BE563F-BE53-AE7A-2982-C61332AF6812}"/>
          </ac:picMkLst>
        </pc:picChg>
        <pc:picChg chg="add mod">
          <ac:chgData name="Hao, William H" userId="S::whao37@gatech.edu::f2e96cc1-3d95-4029-a8fa-1487600c1dc0" providerId="AD" clId="Web-{10BCA015-31DC-848B-D672-876E8C1C9F9B}" dt="2026-04-12T22:48:11.636" v="529" actId="1076"/>
          <ac:picMkLst>
            <pc:docMk/>
            <pc:sldMk cId="3359192485" sldId="308"/>
            <ac:picMk id="4" creationId="{36484D51-D32F-36ED-7648-B8251A086EFF}"/>
          </ac:picMkLst>
        </pc:picChg>
        <pc:picChg chg="add del mod">
          <ac:chgData name="Hao, William H" userId="S::whao37@gatech.edu::f2e96cc1-3d95-4029-a8fa-1487600c1dc0" providerId="AD" clId="Web-{10BCA015-31DC-848B-D672-876E8C1C9F9B}" dt="2026-04-12T22:47:14.464" v="497"/>
          <ac:picMkLst>
            <pc:docMk/>
            <pc:sldMk cId="3359192485" sldId="308"/>
            <ac:picMk id="5" creationId="{74931D0F-9002-4E95-DEB4-827485308940}"/>
          </ac:picMkLst>
        </pc:picChg>
        <pc:picChg chg="add del mod">
          <ac:chgData name="Hao, William H" userId="S::whao37@gatech.edu::f2e96cc1-3d95-4029-a8fa-1487600c1dc0" providerId="AD" clId="Web-{10BCA015-31DC-848B-D672-876E8C1C9F9B}" dt="2026-04-12T23:29:47.228" v="545"/>
          <ac:picMkLst>
            <pc:docMk/>
            <pc:sldMk cId="3359192485" sldId="308"/>
            <ac:picMk id="5" creationId="{E03A7538-41DA-6122-2FF2-69F934FECCF0}"/>
          </ac:picMkLst>
        </pc:picChg>
        <pc:picChg chg="add mod">
          <ac:chgData name="Hao, William H" userId="S::whao37@gatech.edu::f2e96cc1-3d95-4029-a8fa-1487600c1dc0" providerId="AD" clId="Web-{10BCA015-31DC-848B-D672-876E8C1C9F9B}" dt="2026-04-12T23:30:55.574" v="548" actId="1076"/>
          <ac:picMkLst>
            <pc:docMk/>
            <pc:sldMk cId="3359192485" sldId="308"/>
            <ac:picMk id="6" creationId="{5103933B-3FEA-2350-8B2F-3B4CD91284B5}"/>
          </ac:picMkLst>
        </pc:picChg>
      </pc:sldChg>
      <pc:sldChg chg="addSp delSp modSp new modMedia addAnim delAnim">
        <pc:chgData name="Hao, William H" userId="S::whao37@gatech.edu::f2e96cc1-3d95-4029-a8fa-1487600c1dc0" providerId="AD" clId="Web-{10BCA015-31DC-848B-D672-876E8C1C9F9B}" dt="2026-04-12T23:31:23.451" v="550" actId="1076"/>
        <pc:sldMkLst>
          <pc:docMk/>
          <pc:sldMk cId="909884281" sldId="313"/>
        </pc:sldMkLst>
        <pc:spChg chg="del">
          <ac:chgData name="Hao, William H" userId="S::whao37@gatech.edu::f2e96cc1-3d95-4029-a8fa-1487600c1dc0" providerId="AD" clId="Web-{10BCA015-31DC-848B-D672-876E8C1C9F9B}" dt="2026-04-12T22:47:34.292" v="502"/>
          <ac:spMkLst>
            <pc:docMk/>
            <pc:sldMk cId="909884281" sldId="313"/>
            <ac:spMk id="2" creationId="{7CCF53D5-A655-293D-1F98-C2FEECC15F49}"/>
          </ac:spMkLst>
        </pc:spChg>
        <pc:spChg chg="del">
          <ac:chgData name="Hao, William H" userId="S::whao37@gatech.edu::f2e96cc1-3d95-4029-a8fa-1487600c1dc0" providerId="AD" clId="Web-{10BCA015-31DC-848B-D672-876E8C1C9F9B}" dt="2026-04-12T22:47:32.230" v="500"/>
          <ac:spMkLst>
            <pc:docMk/>
            <pc:sldMk cId="909884281" sldId="313"/>
            <ac:spMk id="3" creationId="{F5D34D2E-DB9C-5DD1-66BD-9B68001969B6}"/>
          </ac:spMkLst>
        </pc:spChg>
        <pc:spChg chg="del">
          <ac:chgData name="Hao, William H" userId="S::whao37@gatech.edu::f2e96cc1-3d95-4029-a8fa-1487600c1dc0" providerId="AD" clId="Web-{10BCA015-31DC-848B-D672-876E8C1C9F9B}" dt="2026-04-12T22:47:33.667" v="501"/>
          <ac:spMkLst>
            <pc:docMk/>
            <pc:sldMk cId="909884281" sldId="313"/>
            <ac:spMk id="4" creationId="{E44B42F2-8563-EE13-B05A-C56538EFC33D}"/>
          </ac:spMkLst>
        </pc:spChg>
        <pc:spChg chg="del">
          <ac:chgData name="Hao, William H" userId="S::whao37@gatech.edu::f2e96cc1-3d95-4029-a8fa-1487600c1dc0" providerId="AD" clId="Web-{10BCA015-31DC-848B-D672-876E8C1C9F9B}" dt="2026-04-12T22:47:29.808" v="499"/>
          <ac:spMkLst>
            <pc:docMk/>
            <pc:sldMk cId="909884281" sldId="313"/>
            <ac:spMk id="5" creationId="{2F0CCC52-24C6-6B01-EBDE-7C35632B29FE}"/>
          </ac:spMkLst>
        </pc:spChg>
        <pc:spChg chg="mod">
          <ac:chgData name="Hao, William H" userId="S::whao37@gatech.edu::f2e96cc1-3d95-4029-a8fa-1487600c1dc0" providerId="AD" clId="Web-{10BCA015-31DC-848B-D672-876E8C1C9F9B}" dt="2026-04-12T22:49:32.964" v="538" actId="20577"/>
          <ac:spMkLst>
            <pc:docMk/>
            <pc:sldMk cId="909884281" sldId="313"/>
            <ac:spMk id="6" creationId="{0C82CA7B-348B-6385-A6B3-E1620222BCD3}"/>
          </ac:spMkLst>
        </pc:spChg>
        <pc:picChg chg="add del mod">
          <ac:chgData name="Hao, William H" userId="S::whao37@gatech.edu::f2e96cc1-3d95-4029-a8fa-1487600c1dc0" providerId="AD" clId="Web-{10BCA015-31DC-848B-D672-876E8C1C9F9B}" dt="2026-04-12T23:29:50.978" v="546"/>
          <ac:picMkLst>
            <pc:docMk/>
            <pc:sldMk cId="909884281" sldId="313"/>
            <ac:picMk id="2" creationId="{D40FFD52-13D5-F89D-B213-CBA0680D5C97}"/>
          </ac:picMkLst>
        </pc:picChg>
        <pc:picChg chg="add mod">
          <ac:chgData name="Hao, William H" userId="S::whao37@gatech.edu::f2e96cc1-3d95-4029-a8fa-1487600c1dc0" providerId="AD" clId="Web-{10BCA015-31DC-848B-D672-876E8C1C9F9B}" dt="2026-04-12T23:31:23.451" v="550" actId="1076"/>
          <ac:picMkLst>
            <pc:docMk/>
            <pc:sldMk cId="909884281" sldId="313"/>
            <ac:picMk id="3" creationId="{A2BF52C2-23F8-85B4-CBD8-389B2C682EEF}"/>
          </ac:picMkLst>
        </pc:picChg>
        <pc:picChg chg="add mod">
          <ac:chgData name="Hao, William H" userId="S::whao37@gatech.edu::f2e96cc1-3d95-4029-a8fa-1487600c1dc0" providerId="AD" clId="Web-{10BCA015-31DC-848B-D672-876E8C1C9F9B}" dt="2026-04-12T22:49:44.293" v="539" actId="1076"/>
          <ac:picMkLst>
            <pc:docMk/>
            <pc:sldMk cId="909884281" sldId="313"/>
            <ac:picMk id="7" creationId="{C27BD7EA-3006-FC2E-DF77-5066CCAE3935}"/>
          </ac:picMkLst>
        </pc:picChg>
        <pc:picChg chg="add mod">
          <ac:chgData name="Hao, William H" userId="S::whao37@gatech.edu::f2e96cc1-3d95-4029-a8fa-1487600c1dc0" providerId="AD" clId="Web-{10BCA015-31DC-848B-D672-876E8C1C9F9B}" dt="2026-04-12T22:49:46.902" v="540" actId="1076"/>
          <ac:picMkLst>
            <pc:docMk/>
            <pc:sldMk cId="909884281" sldId="313"/>
            <ac:picMk id="8" creationId="{DBEA3E5F-0AE8-7B37-EB24-5E62FD91B3F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787FDC-D95B-4608-AA35-1921583F915D}"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US"/>
        </a:p>
      </dgm:t>
    </dgm:pt>
    <dgm:pt modelId="{3F648B30-13D6-4744-B44C-9ADD2FAA1B06}">
      <dgm:prSet phldrT="[Text]" phldr="0"/>
      <dgm:spPr/>
      <dgm:t>
        <a:bodyPr/>
        <a:lstStyle/>
        <a:p>
          <a:pPr rtl="0"/>
          <a:r>
            <a:rPr lang="en-US">
              <a:latin typeface="Arial" panose="020B0604020202020204"/>
            </a:rPr>
            <a:t>Formation </a:t>
          </a:r>
          <a:endParaRPr lang="en-US"/>
        </a:p>
      </dgm:t>
    </dgm:pt>
    <dgm:pt modelId="{B9678646-014A-4B4C-86EE-FB29EC781C2A}" type="parTrans" cxnId="{06B619BB-D1DB-4E5B-9064-C447EE187882}">
      <dgm:prSet/>
      <dgm:spPr/>
      <dgm:t>
        <a:bodyPr/>
        <a:lstStyle/>
        <a:p>
          <a:endParaRPr lang="en-US"/>
        </a:p>
      </dgm:t>
    </dgm:pt>
    <dgm:pt modelId="{FB5642C3-5761-4E69-B06B-636CC864FEBE}" type="sibTrans" cxnId="{06B619BB-D1DB-4E5B-9064-C447EE187882}">
      <dgm:prSet/>
      <dgm:spPr/>
      <dgm:t>
        <a:bodyPr/>
        <a:lstStyle/>
        <a:p>
          <a:endParaRPr lang="en-US"/>
        </a:p>
      </dgm:t>
    </dgm:pt>
    <dgm:pt modelId="{A7B8BCE0-B1AE-4D7A-91A6-4EEDC57E9A05}">
      <dgm:prSet phldrT="[Text]"/>
      <dgm:spPr/>
      <dgm:t>
        <a:bodyPr/>
        <a:lstStyle/>
        <a:p>
          <a:r>
            <a:rPr lang="en-US">
              <a:latin typeface="Arial" panose="020B0604020202020204"/>
            </a:rPr>
            <a:t>Delivery</a:t>
          </a:r>
          <a:endParaRPr lang="en-US"/>
        </a:p>
      </dgm:t>
    </dgm:pt>
    <dgm:pt modelId="{A9341423-39CD-4EAD-BEEB-CFC28794BFA5}" type="parTrans" cxnId="{EF2E50A8-FC59-4A22-8E27-602173C6A442}">
      <dgm:prSet/>
      <dgm:spPr/>
      <dgm:t>
        <a:bodyPr/>
        <a:lstStyle/>
        <a:p>
          <a:endParaRPr lang="en-US"/>
        </a:p>
      </dgm:t>
    </dgm:pt>
    <dgm:pt modelId="{787D6B13-2FA9-4189-AEF5-02FFEB386D5A}" type="sibTrans" cxnId="{EF2E50A8-FC59-4A22-8E27-602173C6A442}">
      <dgm:prSet/>
      <dgm:spPr/>
      <dgm:t>
        <a:bodyPr/>
        <a:lstStyle/>
        <a:p>
          <a:endParaRPr lang="en-US"/>
        </a:p>
      </dgm:t>
    </dgm:pt>
    <dgm:pt modelId="{8AFB99B6-92EF-4E18-BCBE-E63672195171}">
      <dgm:prSet/>
      <dgm:spPr/>
      <dgm:t>
        <a:bodyPr/>
        <a:lstStyle/>
        <a:p>
          <a:pPr rtl="0"/>
          <a:r>
            <a:rPr lang="en-US">
              <a:latin typeface="Arial" panose="020B0604020202020204"/>
            </a:rPr>
            <a:t>Planning</a:t>
          </a:r>
          <a:endParaRPr lang="en-US"/>
        </a:p>
      </dgm:t>
    </dgm:pt>
    <dgm:pt modelId="{EEABE46D-36CA-4D85-80A0-D5BC64B642D5}" type="parTrans" cxnId="{8770D842-0DE2-4240-A495-8C4F5C8F4FD2}">
      <dgm:prSet/>
      <dgm:spPr/>
      <dgm:t>
        <a:bodyPr/>
        <a:lstStyle/>
        <a:p>
          <a:endParaRPr lang="en-US"/>
        </a:p>
      </dgm:t>
    </dgm:pt>
    <dgm:pt modelId="{8805864D-32B4-474C-9D77-4C222B0EC1A3}" type="sibTrans" cxnId="{8770D842-0DE2-4240-A495-8C4F5C8F4FD2}">
      <dgm:prSet/>
      <dgm:spPr/>
      <dgm:t>
        <a:bodyPr/>
        <a:lstStyle/>
        <a:p>
          <a:endParaRPr lang="en-US"/>
        </a:p>
      </dgm:t>
    </dgm:pt>
    <dgm:pt modelId="{6DEF4CA0-2586-4268-A6A1-5DA41C23F832}">
      <dgm:prSet/>
      <dgm:spPr/>
      <dgm:t>
        <a:bodyPr/>
        <a:lstStyle/>
        <a:p>
          <a:r>
            <a:rPr lang="en-US">
              <a:latin typeface="Arial" panose="020B0604020202020204"/>
            </a:rPr>
            <a:t>Evaluation</a:t>
          </a:r>
          <a:endParaRPr lang="en-US"/>
        </a:p>
      </dgm:t>
    </dgm:pt>
    <dgm:pt modelId="{DF2DA884-60D9-4ACD-BCAB-8868EA5B18DE}" type="parTrans" cxnId="{FAFBE93D-914C-4F80-B740-EF13A51084D8}">
      <dgm:prSet/>
      <dgm:spPr/>
      <dgm:t>
        <a:bodyPr/>
        <a:lstStyle/>
        <a:p>
          <a:endParaRPr lang="en-US"/>
        </a:p>
      </dgm:t>
    </dgm:pt>
    <dgm:pt modelId="{398ED93F-2BE2-4D15-972C-81956774A9A1}" type="sibTrans" cxnId="{FAFBE93D-914C-4F80-B740-EF13A51084D8}">
      <dgm:prSet/>
      <dgm:spPr/>
      <dgm:t>
        <a:bodyPr/>
        <a:lstStyle/>
        <a:p>
          <a:endParaRPr lang="en-US"/>
        </a:p>
      </dgm:t>
    </dgm:pt>
    <dgm:pt modelId="{E2335197-B85E-4F0E-B078-C6FBC4015F59}">
      <dgm:prSet/>
      <dgm:spPr/>
      <dgm:t>
        <a:bodyPr/>
        <a:lstStyle/>
        <a:p>
          <a:r>
            <a:rPr lang="en-US">
              <a:latin typeface="Arial" panose="020B0604020202020204"/>
            </a:rPr>
            <a:t>Development</a:t>
          </a:r>
          <a:endParaRPr lang="en-US"/>
        </a:p>
      </dgm:t>
    </dgm:pt>
    <dgm:pt modelId="{638A0206-4E37-462B-885F-C44B559D30C6}" type="parTrans" cxnId="{1FAC78FB-2BCF-4154-A1D1-D07B60094F9C}">
      <dgm:prSet/>
      <dgm:spPr/>
      <dgm:t>
        <a:bodyPr/>
        <a:lstStyle/>
        <a:p>
          <a:endParaRPr lang="en-US"/>
        </a:p>
      </dgm:t>
    </dgm:pt>
    <dgm:pt modelId="{7EC1541F-5C16-4DA7-BFE9-D1D5878F8B8B}" type="sibTrans" cxnId="{1FAC78FB-2BCF-4154-A1D1-D07B60094F9C}">
      <dgm:prSet/>
      <dgm:spPr/>
      <dgm:t>
        <a:bodyPr/>
        <a:lstStyle/>
        <a:p>
          <a:endParaRPr lang="en-US"/>
        </a:p>
      </dgm:t>
    </dgm:pt>
    <dgm:pt modelId="{A707A5FB-FA0D-4F3A-A1DC-49D450169756}" type="pres">
      <dgm:prSet presAssocID="{B6787FDC-D95B-4608-AA35-1921583F915D}" presName="Name0" presStyleCnt="0">
        <dgm:presLayoutVars>
          <dgm:dir/>
          <dgm:resizeHandles val="exact"/>
        </dgm:presLayoutVars>
      </dgm:prSet>
      <dgm:spPr/>
    </dgm:pt>
    <dgm:pt modelId="{FACAEBFB-F751-423F-A8EE-7D86F5E3A6FE}" type="pres">
      <dgm:prSet presAssocID="{3F648B30-13D6-4744-B44C-9ADD2FAA1B06}" presName="parTxOnly" presStyleLbl="node1" presStyleIdx="0" presStyleCnt="5">
        <dgm:presLayoutVars>
          <dgm:bulletEnabled val="1"/>
        </dgm:presLayoutVars>
      </dgm:prSet>
      <dgm:spPr/>
    </dgm:pt>
    <dgm:pt modelId="{8A6F06C0-020D-4E7F-AE5D-8EB970FE747D}" type="pres">
      <dgm:prSet presAssocID="{FB5642C3-5761-4E69-B06B-636CC864FEBE}" presName="parSpace" presStyleCnt="0"/>
      <dgm:spPr/>
    </dgm:pt>
    <dgm:pt modelId="{3D4F0EBD-9387-49BE-84C3-60A660EA09DB}" type="pres">
      <dgm:prSet presAssocID="{8AFB99B6-92EF-4E18-BCBE-E63672195171}" presName="parTxOnly" presStyleLbl="node1" presStyleIdx="1" presStyleCnt="5">
        <dgm:presLayoutVars>
          <dgm:bulletEnabled val="1"/>
        </dgm:presLayoutVars>
      </dgm:prSet>
      <dgm:spPr/>
    </dgm:pt>
    <dgm:pt modelId="{7EF7DD02-54B1-4530-9A90-797663A0D965}" type="pres">
      <dgm:prSet presAssocID="{8805864D-32B4-474C-9D77-4C222B0EC1A3}" presName="parSpace" presStyleCnt="0"/>
      <dgm:spPr/>
    </dgm:pt>
    <dgm:pt modelId="{04F72B21-7D3C-4D5E-A2D2-B4732B7489A1}" type="pres">
      <dgm:prSet presAssocID="{E2335197-B85E-4F0E-B078-C6FBC4015F59}" presName="parTxOnly" presStyleLbl="node1" presStyleIdx="2" presStyleCnt="5">
        <dgm:presLayoutVars>
          <dgm:bulletEnabled val="1"/>
        </dgm:presLayoutVars>
      </dgm:prSet>
      <dgm:spPr/>
    </dgm:pt>
    <dgm:pt modelId="{19F01CAF-9279-4F28-825F-8E458A34BE98}" type="pres">
      <dgm:prSet presAssocID="{7EC1541F-5C16-4DA7-BFE9-D1D5878F8B8B}" presName="parSpace" presStyleCnt="0"/>
      <dgm:spPr/>
    </dgm:pt>
    <dgm:pt modelId="{CCDBB6F8-0363-48AE-8CCC-2022A6775C1A}" type="pres">
      <dgm:prSet presAssocID="{6DEF4CA0-2586-4268-A6A1-5DA41C23F832}" presName="parTxOnly" presStyleLbl="node1" presStyleIdx="3" presStyleCnt="5">
        <dgm:presLayoutVars>
          <dgm:bulletEnabled val="1"/>
        </dgm:presLayoutVars>
      </dgm:prSet>
      <dgm:spPr/>
    </dgm:pt>
    <dgm:pt modelId="{239B3266-B6D1-4B42-A015-740760BC1259}" type="pres">
      <dgm:prSet presAssocID="{398ED93F-2BE2-4D15-972C-81956774A9A1}" presName="parSpace" presStyleCnt="0"/>
      <dgm:spPr/>
    </dgm:pt>
    <dgm:pt modelId="{8874B62F-AFE5-4A17-B336-F830C2827B94}" type="pres">
      <dgm:prSet presAssocID="{A7B8BCE0-B1AE-4D7A-91A6-4EEDC57E9A05}" presName="parTxOnly" presStyleLbl="node1" presStyleIdx="4" presStyleCnt="5">
        <dgm:presLayoutVars>
          <dgm:bulletEnabled val="1"/>
        </dgm:presLayoutVars>
      </dgm:prSet>
      <dgm:spPr/>
    </dgm:pt>
  </dgm:ptLst>
  <dgm:cxnLst>
    <dgm:cxn modelId="{78C87815-8927-4B92-B16D-B890653DEE97}" type="presOf" srcId="{6DEF4CA0-2586-4268-A6A1-5DA41C23F832}" destId="{CCDBB6F8-0363-48AE-8CCC-2022A6775C1A}" srcOrd="0" destOrd="0" presId="urn:microsoft.com/office/officeart/2005/8/layout/hChevron3"/>
    <dgm:cxn modelId="{443D6D1C-D9B8-4DA9-8B0C-EBD1445553A7}" type="presOf" srcId="{A7B8BCE0-B1AE-4D7A-91A6-4EEDC57E9A05}" destId="{8874B62F-AFE5-4A17-B336-F830C2827B94}" srcOrd="0" destOrd="0" presId="urn:microsoft.com/office/officeart/2005/8/layout/hChevron3"/>
    <dgm:cxn modelId="{67A7363C-035E-4000-8184-AB2B4B6CCDCF}" type="presOf" srcId="{8AFB99B6-92EF-4E18-BCBE-E63672195171}" destId="{3D4F0EBD-9387-49BE-84C3-60A660EA09DB}" srcOrd="0" destOrd="0" presId="urn:microsoft.com/office/officeart/2005/8/layout/hChevron3"/>
    <dgm:cxn modelId="{FAFBE93D-914C-4F80-B740-EF13A51084D8}" srcId="{B6787FDC-D95B-4608-AA35-1921583F915D}" destId="{6DEF4CA0-2586-4268-A6A1-5DA41C23F832}" srcOrd="3" destOrd="0" parTransId="{DF2DA884-60D9-4ACD-BCAB-8868EA5B18DE}" sibTransId="{398ED93F-2BE2-4D15-972C-81956774A9A1}"/>
    <dgm:cxn modelId="{8770D842-0DE2-4240-A495-8C4F5C8F4FD2}" srcId="{B6787FDC-D95B-4608-AA35-1921583F915D}" destId="{8AFB99B6-92EF-4E18-BCBE-E63672195171}" srcOrd="1" destOrd="0" parTransId="{EEABE46D-36CA-4D85-80A0-D5BC64B642D5}" sibTransId="{8805864D-32B4-474C-9D77-4C222B0EC1A3}"/>
    <dgm:cxn modelId="{EF2E50A8-FC59-4A22-8E27-602173C6A442}" srcId="{B6787FDC-D95B-4608-AA35-1921583F915D}" destId="{A7B8BCE0-B1AE-4D7A-91A6-4EEDC57E9A05}" srcOrd="4" destOrd="0" parTransId="{A9341423-39CD-4EAD-BEEB-CFC28794BFA5}" sibTransId="{787D6B13-2FA9-4189-AEF5-02FFEB386D5A}"/>
    <dgm:cxn modelId="{28A268AE-CA7F-4F1F-A817-7309E4FAEE6C}" type="presOf" srcId="{B6787FDC-D95B-4608-AA35-1921583F915D}" destId="{A707A5FB-FA0D-4F3A-A1DC-49D450169756}" srcOrd="0" destOrd="0" presId="urn:microsoft.com/office/officeart/2005/8/layout/hChevron3"/>
    <dgm:cxn modelId="{06B619BB-D1DB-4E5B-9064-C447EE187882}" srcId="{B6787FDC-D95B-4608-AA35-1921583F915D}" destId="{3F648B30-13D6-4744-B44C-9ADD2FAA1B06}" srcOrd="0" destOrd="0" parTransId="{B9678646-014A-4B4C-86EE-FB29EC781C2A}" sibTransId="{FB5642C3-5761-4E69-B06B-636CC864FEBE}"/>
    <dgm:cxn modelId="{A6595ABD-3592-4B8F-8A80-90B88018A638}" type="presOf" srcId="{3F648B30-13D6-4744-B44C-9ADD2FAA1B06}" destId="{FACAEBFB-F751-423F-A8EE-7D86F5E3A6FE}" srcOrd="0" destOrd="0" presId="urn:microsoft.com/office/officeart/2005/8/layout/hChevron3"/>
    <dgm:cxn modelId="{29CAFCE4-73EA-437E-A6C9-F0E0208BFB22}" type="presOf" srcId="{E2335197-B85E-4F0E-B078-C6FBC4015F59}" destId="{04F72B21-7D3C-4D5E-A2D2-B4732B7489A1}" srcOrd="0" destOrd="0" presId="urn:microsoft.com/office/officeart/2005/8/layout/hChevron3"/>
    <dgm:cxn modelId="{1FAC78FB-2BCF-4154-A1D1-D07B60094F9C}" srcId="{B6787FDC-D95B-4608-AA35-1921583F915D}" destId="{E2335197-B85E-4F0E-B078-C6FBC4015F59}" srcOrd="2" destOrd="0" parTransId="{638A0206-4E37-462B-885F-C44B559D30C6}" sibTransId="{7EC1541F-5C16-4DA7-BFE9-D1D5878F8B8B}"/>
    <dgm:cxn modelId="{E9EC4E14-03DA-4694-9D51-5AA875E5D2DF}" type="presParOf" srcId="{A707A5FB-FA0D-4F3A-A1DC-49D450169756}" destId="{FACAEBFB-F751-423F-A8EE-7D86F5E3A6FE}" srcOrd="0" destOrd="0" presId="urn:microsoft.com/office/officeart/2005/8/layout/hChevron3"/>
    <dgm:cxn modelId="{642A4011-3119-4492-B2E9-DE84B0E6E4AC}" type="presParOf" srcId="{A707A5FB-FA0D-4F3A-A1DC-49D450169756}" destId="{8A6F06C0-020D-4E7F-AE5D-8EB970FE747D}" srcOrd="1" destOrd="0" presId="urn:microsoft.com/office/officeart/2005/8/layout/hChevron3"/>
    <dgm:cxn modelId="{920470BE-970E-4B44-885C-AA0856C56ADD}" type="presParOf" srcId="{A707A5FB-FA0D-4F3A-A1DC-49D450169756}" destId="{3D4F0EBD-9387-49BE-84C3-60A660EA09DB}" srcOrd="2" destOrd="0" presId="urn:microsoft.com/office/officeart/2005/8/layout/hChevron3"/>
    <dgm:cxn modelId="{5E086937-6992-4078-B7B8-C402D0AFE436}" type="presParOf" srcId="{A707A5FB-FA0D-4F3A-A1DC-49D450169756}" destId="{7EF7DD02-54B1-4530-9A90-797663A0D965}" srcOrd="3" destOrd="0" presId="urn:microsoft.com/office/officeart/2005/8/layout/hChevron3"/>
    <dgm:cxn modelId="{EAFA5C96-BF9B-41E7-8BFF-0CE6574DD9B5}" type="presParOf" srcId="{A707A5FB-FA0D-4F3A-A1DC-49D450169756}" destId="{04F72B21-7D3C-4D5E-A2D2-B4732B7489A1}" srcOrd="4" destOrd="0" presId="urn:microsoft.com/office/officeart/2005/8/layout/hChevron3"/>
    <dgm:cxn modelId="{5BE90B42-6DB0-410B-B459-988573DEDC67}" type="presParOf" srcId="{A707A5FB-FA0D-4F3A-A1DC-49D450169756}" destId="{19F01CAF-9279-4F28-825F-8E458A34BE98}" srcOrd="5" destOrd="0" presId="urn:microsoft.com/office/officeart/2005/8/layout/hChevron3"/>
    <dgm:cxn modelId="{A3C0A385-7252-43C4-9F59-4409D952644B}" type="presParOf" srcId="{A707A5FB-FA0D-4F3A-A1DC-49D450169756}" destId="{CCDBB6F8-0363-48AE-8CCC-2022A6775C1A}" srcOrd="6" destOrd="0" presId="urn:microsoft.com/office/officeart/2005/8/layout/hChevron3"/>
    <dgm:cxn modelId="{436701CE-9CA7-4CD0-92B3-9127C3A751CC}" type="presParOf" srcId="{A707A5FB-FA0D-4F3A-A1DC-49D450169756}" destId="{239B3266-B6D1-4B42-A015-740760BC1259}" srcOrd="7" destOrd="0" presId="urn:microsoft.com/office/officeart/2005/8/layout/hChevron3"/>
    <dgm:cxn modelId="{A396A857-C700-4A0B-A84B-7F57C4A818D4}" type="presParOf" srcId="{A707A5FB-FA0D-4F3A-A1DC-49D450169756}" destId="{8874B62F-AFE5-4A17-B336-F830C2827B94}" srcOrd="8"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AEBFB-F751-423F-A8EE-7D86F5E3A6FE}">
      <dsp:nvSpPr>
        <dsp:cNvPr id="0" name=""/>
        <dsp:cNvSpPr/>
      </dsp:nvSpPr>
      <dsp:spPr>
        <a:xfrm>
          <a:off x="1395" y="1568016"/>
          <a:ext cx="2720764" cy="108830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Arial" panose="020B0604020202020204"/>
            </a:rPr>
            <a:t>Formation </a:t>
          </a:r>
          <a:endParaRPr lang="en-US" sz="2000" kern="1200"/>
        </a:p>
      </dsp:txBody>
      <dsp:txXfrm>
        <a:off x="1395" y="1568016"/>
        <a:ext cx="2448688" cy="1088305"/>
      </dsp:txXfrm>
    </dsp:sp>
    <dsp:sp modelId="{3D4F0EBD-9387-49BE-84C3-60A660EA09DB}">
      <dsp:nvSpPr>
        <dsp:cNvPr id="0" name=""/>
        <dsp:cNvSpPr/>
      </dsp:nvSpPr>
      <dsp:spPr>
        <a:xfrm>
          <a:off x="2178006" y="1568016"/>
          <a:ext cx="2720764" cy="108830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Arial" panose="020B0604020202020204"/>
            </a:rPr>
            <a:t>Planning</a:t>
          </a:r>
          <a:endParaRPr lang="en-US" sz="2000" kern="1200"/>
        </a:p>
      </dsp:txBody>
      <dsp:txXfrm>
        <a:off x="2722159" y="1568016"/>
        <a:ext cx="1632459" cy="1088305"/>
      </dsp:txXfrm>
    </dsp:sp>
    <dsp:sp modelId="{04F72B21-7D3C-4D5E-A2D2-B4732B7489A1}">
      <dsp:nvSpPr>
        <dsp:cNvPr id="0" name=""/>
        <dsp:cNvSpPr/>
      </dsp:nvSpPr>
      <dsp:spPr>
        <a:xfrm>
          <a:off x="4354617" y="1568016"/>
          <a:ext cx="2720764" cy="108830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kern="1200">
              <a:latin typeface="Arial" panose="020B0604020202020204"/>
            </a:rPr>
            <a:t>Development</a:t>
          </a:r>
          <a:endParaRPr lang="en-US" sz="2000" kern="1200"/>
        </a:p>
      </dsp:txBody>
      <dsp:txXfrm>
        <a:off x="4898770" y="1568016"/>
        <a:ext cx="1632459" cy="1088305"/>
      </dsp:txXfrm>
    </dsp:sp>
    <dsp:sp modelId="{CCDBB6F8-0363-48AE-8CCC-2022A6775C1A}">
      <dsp:nvSpPr>
        <dsp:cNvPr id="0" name=""/>
        <dsp:cNvSpPr/>
      </dsp:nvSpPr>
      <dsp:spPr>
        <a:xfrm>
          <a:off x="6531229" y="1568016"/>
          <a:ext cx="2720764" cy="108830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kern="1200">
              <a:latin typeface="Arial" panose="020B0604020202020204"/>
            </a:rPr>
            <a:t>Evaluation</a:t>
          </a:r>
          <a:endParaRPr lang="en-US" sz="2000" kern="1200"/>
        </a:p>
      </dsp:txBody>
      <dsp:txXfrm>
        <a:off x="7075382" y="1568016"/>
        <a:ext cx="1632459" cy="1088305"/>
      </dsp:txXfrm>
    </dsp:sp>
    <dsp:sp modelId="{8874B62F-AFE5-4A17-B336-F830C2827B94}">
      <dsp:nvSpPr>
        <dsp:cNvPr id="0" name=""/>
        <dsp:cNvSpPr/>
      </dsp:nvSpPr>
      <dsp:spPr>
        <a:xfrm>
          <a:off x="8707840" y="1568016"/>
          <a:ext cx="2720764" cy="108830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kern="1200">
              <a:latin typeface="Arial" panose="020B0604020202020204"/>
            </a:rPr>
            <a:t>Delivery</a:t>
          </a:r>
          <a:endParaRPr lang="en-US" sz="2000" kern="1200"/>
        </a:p>
      </dsp:txBody>
      <dsp:txXfrm>
        <a:off x="9251993" y="1568016"/>
        <a:ext cx="1632459" cy="108830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725A35-402A-4D2C-8949-8788C3319F62}" type="datetimeFigureOut">
              <a:rPr lang="en-US" smtClean="0"/>
              <a:t>4/12/2026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58E850-5F6A-47C9-8B18-9D672130FB82}" type="slidenum">
              <a:rPr lang="en-US" smtClean="0"/>
              <a:t>‹#›</a:t>
            </a:fld>
            <a:endParaRPr lang="en-US"/>
          </a:p>
        </p:txBody>
      </p:sp>
    </p:spTree>
    <p:extLst>
      <p:ext uri="{BB962C8B-B14F-4D97-AF65-F5344CB8AC3E}">
        <p14:creationId xmlns:p14="http://schemas.microsoft.com/office/powerpoint/2010/main" val="1948886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858E850-5F6A-47C9-8B18-9D672130FB82}" type="slidenum">
              <a:rPr lang="en-US" smtClean="0"/>
              <a:t>1</a:t>
            </a:fld>
            <a:endParaRPr lang="en-US"/>
          </a:p>
        </p:txBody>
      </p:sp>
    </p:spTree>
    <p:extLst>
      <p:ext uri="{BB962C8B-B14F-4D97-AF65-F5344CB8AC3E}">
        <p14:creationId xmlns:p14="http://schemas.microsoft.com/office/powerpoint/2010/main" val="3432437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 followed five stages. In the formation and planning stages, we completed team formation and defining goals, followed by creating the project webpage. During development, we presented early work in mini presentation and refined it through initial evaluation. In the evaluation stage, we demonstrated our system in the demo and gathered feedback in the field evaluation. Finally, in the delivery stage, we are completing the final presentation,  developer documentation, and final report.</a:t>
            </a:r>
          </a:p>
        </p:txBody>
      </p:sp>
      <p:sp>
        <p:nvSpPr>
          <p:cNvPr id="4" name="Slide Number Placeholder 3"/>
          <p:cNvSpPr>
            <a:spLocks noGrp="1"/>
          </p:cNvSpPr>
          <p:nvPr>
            <p:ph type="sldNum" sz="quarter" idx="5"/>
          </p:nvPr>
        </p:nvSpPr>
        <p:spPr/>
        <p:txBody>
          <a:bodyPr/>
          <a:lstStyle/>
          <a:p>
            <a:fld id="{5858E850-5F6A-47C9-8B18-9D672130FB82}" type="slidenum">
              <a:rPr lang="en-US" smtClean="0"/>
              <a:t>3</a:t>
            </a:fld>
            <a:endParaRPr lang="en-US"/>
          </a:p>
        </p:txBody>
      </p:sp>
    </p:spTree>
    <p:extLst>
      <p:ext uri="{BB962C8B-B14F-4D97-AF65-F5344CB8AC3E}">
        <p14:creationId xmlns:p14="http://schemas.microsoft.com/office/powerpoint/2010/main" val="1544019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858E850-5F6A-47C9-8B18-9D672130FB82}" type="slidenum">
              <a:rPr lang="en-US" smtClean="0"/>
              <a:t>9</a:t>
            </a:fld>
            <a:endParaRPr lang="en-US"/>
          </a:p>
        </p:txBody>
      </p:sp>
    </p:spTree>
    <p:extLst>
      <p:ext uri="{BB962C8B-B14F-4D97-AF65-F5344CB8AC3E}">
        <p14:creationId xmlns:p14="http://schemas.microsoft.com/office/powerpoint/2010/main" val="1843894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p>
            <a:pPr lvl="0"/>
            <a:r>
              <a:rPr lang="en-US"/>
              <a:t>Click to edit Master text styles</a:t>
            </a:r>
          </a:p>
        </p:txBody>
      </p:sp>
    </p:spTree>
    <p:extLst>
      <p:ext uri="{BB962C8B-B14F-4D97-AF65-F5344CB8AC3E}">
        <p14:creationId xmlns:p14="http://schemas.microsoft.com/office/powerpoint/2010/main" val="301986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 Full Photo">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lvl1pPr>
              <a:defRPr>
                <a:solidFill>
                  <a:schemeClr val="bg1"/>
                </a:solidFill>
              </a:defRPr>
            </a:lvl1pPr>
          </a:lstStyle>
          <a:p>
            <a:r>
              <a:rPr lang="en-US"/>
              <a:t>Click to edit 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bg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CAA14450-E163-A0FB-AE33-14F2CE668DE1}"/>
              </a:ext>
            </a:extLst>
          </p:cNvPr>
          <p:cNvPicPr>
            <a:picLocks noChangeAspect="1"/>
          </p:cNvPicPr>
          <p:nvPr/>
        </p:nvPicPr>
        <p:blipFill rotWithShape="1">
          <a:blip r:embed="rId3"/>
          <a:srcRect t="73770"/>
          <a:stretch/>
        </p:blipFill>
        <p:spPr>
          <a:xfrm>
            <a:off x="1" y="5059179"/>
            <a:ext cx="12191999" cy="1798821"/>
          </a:xfrm>
          <a:prstGeom prst="rect">
            <a:avLst/>
          </a:prstGeom>
        </p:spPr>
      </p:pic>
    </p:spTree>
    <p:extLst>
      <p:ext uri="{BB962C8B-B14F-4D97-AF65-F5344CB8AC3E}">
        <p14:creationId xmlns:p14="http://schemas.microsoft.com/office/powerpoint/2010/main" val="3363324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 Tech To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laceholder 10">
            <a:extLst>
              <a:ext uri="{FF2B5EF4-FFF2-40B4-BE49-F238E27FC236}">
                <a16:creationId xmlns:a16="http://schemas.microsoft.com/office/drawing/2014/main" id="{F07C9153-7FEC-638D-4ADD-6BB1DD8D4D82}"/>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Master title style</a:t>
            </a:r>
          </a:p>
        </p:txBody>
      </p:sp>
      <p:sp>
        <p:nvSpPr>
          <p:cNvPr id="4" name="Text Placeholder 11">
            <a:extLst>
              <a:ext uri="{FF2B5EF4-FFF2-40B4-BE49-F238E27FC236}">
                <a16:creationId xmlns:a16="http://schemas.microsoft.com/office/drawing/2014/main" id="{FE485BB9-C655-511D-0A07-5032FD2F8C76}"/>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597404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232153-B2D5-304B-A97C-5FCB4D193BB7}" type="datetimeFigureOut">
              <a:rPr lang="en-US" smtClean="0"/>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A851D4-CA07-A343-93F9-FA6F0804538C}" type="slidenum">
              <a:rPr lang="en-US" smtClean="0"/>
              <a:t>‹#›</a:t>
            </a:fld>
            <a:endParaRPr lang="en-US"/>
          </a:p>
        </p:txBody>
      </p:sp>
    </p:spTree>
    <p:extLst>
      <p:ext uri="{BB962C8B-B14F-4D97-AF65-F5344CB8AC3E}">
        <p14:creationId xmlns:p14="http://schemas.microsoft.com/office/powerpoint/2010/main" val="3538145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3880667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p:txBody>
          <a:bodyPr/>
          <a:lstStyle/>
          <a:p>
            <a:fld id="{016554A5-B4DD-7045-B047-B7DA6D1E70A4}" type="datetimeFigureOut">
              <a:rPr lang="en-US" smtClean="0"/>
              <a:pPr/>
              <a:t>4/12/2026</a:t>
            </a:fld>
            <a:endParaRPr lang="en-US"/>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a:lstStyle/>
          <a:p>
            <a:fld id="{AE678206-0642-9F48-9727-6B519CB285FA}" type="slidenum">
              <a:rPr lang="en-US" smtClean="0"/>
              <a:pPr/>
              <a:t>‹#›</a:t>
            </a:fld>
            <a:endParaRPr lang="en-US"/>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p>
            <a:endParaRPr lang="en-US"/>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6718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736125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s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5FCBB805-91EF-D0F1-B5CA-BCA3290EA431}"/>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084482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s - Kende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28D4045A-E327-4892-6A89-6CBE5583D417}"/>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12831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s - Tech To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6B75A76D-59A5-A55D-8427-D310560791ED}"/>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888519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s - Wre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E3126A54-2183-1E0F-7A09-1B69C88EFBF2}"/>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374779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627714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20679146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8196770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Picture Placeholder 2">
            <a:extLst>
              <a:ext uri="{FF2B5EF4-FFF2-40B4-BE49-F238E27FC236}">
                <a16:creationId xmlns:a16="http://schemas.microsoft.com/office/drawing/2014/main" id="{7EB05746-5DE4-07B1-5611-4EEBAF38DE1E}"/>
              </a:ext>
            </a:extLst>
          </p:cNvPr>
          <p:cNvSpPr>
            <a:spLocks noGrp="1"/>
          </p:cNvSpPr>
          <p:nvPr>
            <p:ph type="pic" sz="quarter" idx="13"/>
          </p:nvPr>
        </p:nvSpPr>
        <p:spPr>
          <a:xfrm>
            <a:off x="381000" y="1425402"/>
            <a:ext cx="3074469" cy="2081855"/>
          </a:xfrm>
        </p:spPr>
        <p:txBody>
          <a:bodyPr/>
          <a:lstStyle/>
          <a:p>
            <a:r>
              <a:rPr lang="en-US"/>
              <a:t>Click icon to add picture</a:t>
            </a:r>
          </a:p>
        </p:txBody>
      </p:sp>
      <p:sp>
        <p:nvSpPr>
          <p:cNvPr id="4" name="Picture Placeholder 2">
            <a:extLst>
              <a:ext uri="{FF2B5EF4-FFF2-40B4-BE49-F238E27FC236}">
                <a16:creationId xmlns:a16="http://schemas.microsoft.com/office/drawing/2014/main" id="{03F001E6-D6D1-A396-EE07-7790621213EA}"/>
              </a:ext>
            </a:extLst>
          </p:cNvPr>
          <p:cNvSpPr>
            <a:spLocks noGrp="1"/>
          </p:cNvSpPr>
          <p:nvPr>
            <p:ph type="pic" sz="quarter" idx="14"/>
          </p:nvPr>
        </p:nvSpPr>
        <p:spPr>
          <a:xfrm>
            <a:off x="3771394" y="1425402"/>
            <a:ext cx="3074469" cy="2081855"/>
          </a:xfrm>
        </p:spPr>
        <p:txBody>
          <a:bodyPr/>
          <a:lstStyle/>
          <a:p>
            <a:r>
              <a:rPr lang="en-US"/>
              <a:t>Click icon to add picture</a:t>
            </a:r>
          </a:p>
        </p:txBody>
      </p:sp>
      <p:sp>
        <p:nvSpPr>
          <p:cNvPr id="5" name="Picture Placeholder 2">
            <a:extLst>
              <a:ext uri="{FF2B5EF4-FFF2-40B4-BE49-F238E27FC236}">
                <a16:creationId xmlns:a16="http://schemas.microsoft.com/office/drawing/2014/main" id="{02BD7855-1EA6-1102-5122-4BF617ED2DCB}"/>
              </a:ext>
            </a:extLst>
          </p:cNvPr>
          <p:cNvSpPr>
            <a:spLocks noGrp="1"/>
          </p:cNvSpPr>
          <p:nvPr>
            <p:ph type="pic" sz="quarter" idx="15"/>
          </p:nvPr>
        </p:nvSpPr>
        <p:spPr>
          <a:xfrm>
            <a:off x="7178140" y="1425402"/>
            <a:ext cx="3074469" cy="2081855"/>
          </a:xfrm>
        </p:spPr>
        <p:txBody>
          <a:bodyPr/>
          <a:lstStyle/>
          <a:p>
            <a:r>
              <a:rPr lang="en-US"/>
              <a:t>Click icon to add picture</a:t>
            </a:r>
          </a:p>
        </p:txBody>
      </p:sp>
      <p:sp>
        <p:nvSpPr>
          <p:cNvPr id="6" name="Picture Placeholder 2">
            <a:extLst>
              <a:ext uri="{FF2B5EF4-FFF2-40B4-BE49-F238E27FC236}">
                <a16:creationId xmlns:a16="http://schemas.microsoft.com/office/drawing/2014/main" id="{93DB0072-B1E4-2B67-CD64-AFD0CADC50A0}"/>
              </a:ext>
            </a:extLst>
          </p:cNvPr>
          <p:cNvSpPr>
            <a:spLocks noGrp="1"/>
          </p:cNvSpPr>
          <p:nvPr>
            <p:ph type="pic" sz="quarter" idx="16"/>
          </p:nvPr>
        </p:nvSpPr>
        <p:spPr>
          <a:xfrm>
            <a:off x="381000" y="3772092"/>
            <a:ext cx="3074469" cy="2081855"/>
          </a:xfrm>
        </p:spPr>
        <p:txBody>
          <a:bodyPr/>
          <a:lstStyle/>
          <a:p>
            <a:r>
              <a:rPr lang="en-US"/>
              <a:t>Click icon to add picture</a:t>
            </a:r>
          </a:p>
        </p:txBody>
      </p:sp>
      <p:sp>
        <p:nvSpPr>
          <p:cNvPr id="16" name="Picture Placeholder 2">
            <a:extLst>
              <a:ext uri="{FF2B5EF4-FFF2-40B4-BE49-F238E27FC236}">
                <a16:creationId xmlns:a16="http://schemas.microsoft.com/office/drawing/2014/main" id="{F12EFAB6-9D79-46A4-1400-FA689BD1831A}"/>
              </a:ext>
            </a:extLst>
          </p:cNvPr>
          <p:cNvSpPr>
            <a:spLocks noGrp="1"/>
          </p:cNvSpPr>
          <p:nvPr>
            <p:ph type="pic" sz="quarter" idx="17"/>
          </p:nvPr>
        </p:nvSpPr>
        <p:spPr>
          <a:xfrm>
            <a:off x="3771394" y="3772092"/>
            <a:ext cx="3074469" cy="2081855"/>
          </a:xfrm>
        </p:spPr>
        <p:txBody>
          <a:bodyPr/>
          <a:lstStyle/>
          <a:p>
            <a:r>
              <a:rPr lang="en-US"/>
              <a:t>Click icon to add picture</a:t>
            </a:r>
          </a:p>
        </p:txBody>
      </p:sp>
      <p:sp>
        <p:nvSpPr>
          <p:cNvPr id="17" name="Picture Placeholder 2">
            <a:extLst>
              <a:ext uri="{FF2B5EF4-FFF2-40B4-BE49-F238E27FC236}">
                <a16:creationId xmlns:a16="http://schemas.microsoft.com/office/drawing/2014/main" id="{F8E2A34E-676C-226E-E8A6-42635E9CC189}"/>
              </a:ext>
            </a:extLst>
          </p:cNvPr>
          <p:cNvSpPr>
            <a:spLocks noGrp="1"/>
          </p:cNvSpPr>
          <p:nvPr>
            <p:ph type="pic" sz="quarter" idx="18"/>
          </p:nvPr>
        </p:nvSpPr>
        <p:spPr>
          <a:xfrm>
            <a:off x="7178140" y="3772092"/>
            <a:ext cx="3074469" cy="2081855"/>
          </a:xfrm>
        </p:spPr>
        <p:txBody>
          <a:bodyPr/>
          <a:lstStyle/>
          <a:p>
            <a:r>
              <a:rPr lang="en-US"/>
              <a:t>Click icon to add picture</a:t>
            </a:r>
          </a:p>
        </p:txBody>
      </p:sp>
    </p:spTree>
    <p:extLst>
      <p:ext uri="{BB962C8B-B14F-4D97-AF65-F5344CB8AC3E}">
        <p14:creationId xmlns:p14="http://schemas.microsoft.com/office/powerpoint/2010/main" val="1790031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31624493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381798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614203" y="457201"/>
            <a:ext cx="7196798" cy="49839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p>
            <a:fld id="{016554A5-B4DD-7045-B047-B7DA6D1E70A4}" type="datetimeFigureOut">
              <a:rPr lang="en-US" smtClean="0"/>
              <a:t>4/12/2026</a:t>
            </a:fld>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25639177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p:txBody>
          <a:bodyPr/>
          <a:lstStyle/>
          <a:p>
            <a:fld id="{016554A5-B4DD-7045-B047-B7DA6D1E70A4}" type="datetimeFigureOut">
              <a:rPr lang="en-US" smtClean="0"/>
              <a:pPr/>
              <a:t>4/12/2026</a:t>
            </a:fld>
            <a:endParaRPr lang="en-US"/>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a:lstStyle/>
          <a:p>
            <a:fld id="{AE678206-0642-9F48-9727-6B519CB285FA}" type="slidenum">
              <a:rPr lang="en-US" smtClean="0"/>
              <a:pPr/>
              <a:t>‹#›</a:t>
            </a:fld>
            <a:endParaRPr lang="en-US"/>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p>
            <a:r>
              <a:rPr lang="en-US"/>
              <a:t>Click icon to add chart</a:t>
            </a:r>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474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5.jpeg"/><Relationship Id="rId5" Type="http://schemas.openxmlformats.org/officeDocument/2006/relationships/theme" Target="../theme/theme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8.png"/><Relationship Id="rId4" Type="http://schemas.openxmlformats.org/officeDocument/2006/relationships/slideLayout" Target="../slideLayouts/slideLayout15.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1C16630-5558-9114-4463-47E138DB6255}"/>
              </a:ext>
            </a:extLst>
          </p:cNvPr>
          <p:cNvSpPr txBox="1">
            <a:spLocks/>
          </p:cNvSpPr>
          <p:nvPr/>
        </p:nvSpPr>
        <p:spPr>
          <a:xfrm>
            <a:off x="2447108" y="1680753"/>
            <a:ext cx="8682445" cy="2760617"/>
          </a:xfrm>
          <a:prstGeom prst="rect">
            <a:avLst/>
          </a:prstGeom>
        </p:spPr>
        <p:txBody>
          <a:bodyPr anchor="ctr" anchorCtr="0">
            <a:normAutofit/>
          </a:bodyPr>
          <a:lstStyle>
            <a:lvl1pPr algn="l"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a:p>
        </p:txBody>
      </p:sp>
      <p:sp>
        <p:nvSpPr>
          <p:cNvPr id="11" name="Title Placeholder 10">
            <a:extLst>
              <a:ext uri="{FF2B5EF4-FFF2-40B4-BE49-F238E27FC236}">
                <a16:creationId xmlns:a16="http://schemas.microsoft.com/office/drawing/2014/main" id="{3552819F-CE1E-70EB-07B5-3B61D2578A1C}"/>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12" name="Text Placeholder 11">
            <a:extLst>
              <a:ext uri="{FF2B5EF4-FFF2-40B4-BE49-F238E27FC236}">
                <a16:creationId xmlns:a16="http://schemas.microsoft.com/office/drawing/2014/main" id="{CBD913C0-CC86-E0C0-B503-69104064ECF7}"/>
              </a:ext>
            </a:extLst>
          </p:cNvPr>
          <p:cNvSpPr>
            <a:spLocks noGrp="1"/>
          </p:cNvSpPr>
          <p:nvPr>
            <p:ph type="body" idx="1"/>
          </p:nvPr>
        </p:nvSpPr>
        <p:spPr>
          <a:xfrm>
            <a:off x="2447108" y="4441370"/>
            <a:ext cx="8906692" cy="625930"/>
          </a:xfrm>
          <a:prstGeom prst="rect">
            <a:avLst/>
          </a:prstGeom>
        </p:spPr>
        <p:txBody>
          <a:bodyPr vert="horz" lIns="91440" tIns="45720" rIns="91440" bIns="45720" rtlCol="0">
            <a:normAutofit/>
          </a:bodyPr>
          <a:lstStyle/>
          <a:p>
            <a:r>
              <a:rPr lang="en-US"/>
              <a:t>Click to edit Master subtitle style</a:t>
            </a:r>
          </a:p>
        </p:txBody>
      </p:sp>
    </p:spTree>
    <p:extLst>
      <p:ext uri="{BB962C8B-B14F-4D97-AF65-F5344CB8AC3E}">
        <p14:creationId xmlns:p14="http://schemas.microsoft.com/office/powerpoint/2010/main" val="38929757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9" r:id="rId4"/>
    <p:sldLayoutId id="2147483694" r:id="rId5"/>
    <p:sldLayoutId id="2147483696" r:id="rId6"/>
    <p:sldLayoutId id="2147483697" r:id="rId7"/>
  </p:sldLayoutIdLst>
  <p:txStyles>
    <p:titleStyle>
      <a:lvl1pPr algn="l" defTabSz="342900" rtl="0" eaLnBrk="1" latinLnBrk="0" hangingPunct="1">
        <a:spcBef>
          <a:spcPct val="0"/>
        </a:spcBef>
        <a:buNone/>
        <a:defRPr sz="6000" b="1" i="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0" indent="0" algn="l" defTabSz="342900" rtl="0" eaLnBrk="1" latinLnBrk="0" hangingPunct="1">
        <a:spcBef>
          <a:spcPct val="20000"/>
        </a:spcBef>
        <a:buFont typeface="Arial"/>
        <a:buNone/>
        <a:defRPr sz="1800" kern="1200">
          <a:solidFill>
            <a:srgbClr val="B3A369"/>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555A20D-930F-A185-C845-C95F4365004A}"/>
              </a:ext>
            </a:extLst>
          </p:cNvPr>
          <p:cNvSpPr txBox="1">
            <a:spLocks/>
          </p:cNvSpPr>
          <p:nvPr/>
        </p:nvSpPr>
        <p:spPr>
          <a:xfrm>
            <a:off x="1746069" y="2137954"/>
            <a:ext cx="8699862" cy="2582091"/>
          </a:xfrm>
          <a:prstGeom prst="rect">
            <a:avLst/>
          </a:prstGeom>
        </p:spPr>
        <p:txBody>
          <a:bodyPr anchor="ctr" anchorCtr="0">
            <a:normAutofit/>
          </a:bodyPr>
          <a:lstStyle>
            <a:lvl1pPr algn="ctr"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a:p>
        </p:txBody>
      </p:sp>
      <p:sp>
        <p:nvSpPr>
          <p:cNvPr id="4" name="Title Placeholder 10">
            <a:extLst>
              <a:ext uri="{FF2B5EF4-FFF2-40B4-BE49-F238E27FC236}">
                <a16:creationId xmlns:a16="http://schemas.microsoft.com/office/drawing/2014/main" id="{C83A85DD-FCD4-4A59-0F3C-B8F9FA03085F}"/>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Tree>
    <p:extLst>
      <p:ext uri="{BB962C8B-B14F-4D97-AF65-F5344CB8AC3E}">
        <p14:creationId xmlns:p14="http://schemas.microsoft.com/office/powerpoint/2010/main" val="3670993171"/>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Lst>
  <p:txStyles>
    <p:titleStyle>
      <a:lvl1pPr algn="ctr" defTabSz="342900" rtl="0" eaLnBrk="1" latinLnBrk="0" hangingPunct="1">
        <a:spcBef>
          <a:spcPct val="0"/>
        </a:spcBef>
        <a:buNone/>
        <a:defRPr sz="6000" b="1" i="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29999" cy="42256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1408329" y="6182540"/>
            <a:ext cx="1546654"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016554A5-B4DD-7045-B047-B7DA6D1E70A4}" type="datetimeFigureOut">
              <a:rPr lang="en-US" smtClean="0"/>
              <a:pPr/>
              <a:t>4/12/2026</a:t>
            </a:fld>
            <a:endParaRPr lang="en-US"/>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381000" y="6182540"/>
            <a:ext cx="916577"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86471735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Lst>
  <p:txStyles>
    <p:titleStyle>
      <a:lvl1pPr algn="l" defTabSz="914400" rtl="0" eaLnBrk="1" latinLnBrk="0" hangingPunct="1">
        <a:lnSpc>
          <a:spcPct val="90000"/>
        </a:lnSpc>
        <a:spcBef>
          <a:spcPct val="0"/>
        </a:spcBef>
        <a:buNone/>
        <a:defRPr sz="3600" b="1" i="0" kern="1200" baseline="0">
          <a:solidFill>
            <a:srgbClr val="A7934B"/>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9.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12.xml"/><Relationship Id="rId7" Type="http://schemas.openxmlformats.org/officeDocument/2006/relationships/diagramQuickStyle" Target="../diagrams/quickStyle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0.png"/><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image" Target="../media/image12.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9.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1D16C-7F17-1CC4-FBD0-790558B8DD4C}"/>
              </a:ext>
            </a:extLst>
          </p:cNvPr>
          <p:cNvSpPr>
            <a:spLocks noGrp="1"/>
          </p:cNvSpPr>
          <p:nvPr>
            <p:ph type="title"/>
          </p:nvPr>
        </p:nvSpPr>
        <p:spPr>
          <a:xfrm>
            <a:off x="2507145" y="1265317"/>
            <a:ext cx="8906692" cy="2595153"/>
          </a:xfrm>
        </p:spPr>
        <p:txBody>
          <a:bodyPr/>
          <a:lstStyle/>
          <a:p>
            <a:r>
              <a:rPr lang="en-US"/>
              <a:t>Atlanta Food Consortium</a:t>
            </a:r>
          </a:p>
        </p:txBody>
      </p:sp>
      <p:sp>
        <p:nvSpPr>
          <p:cNvPr id="3" name="Subtitle 2">
            <a:extLst>
              <a:ext uri="{FF2B5EF4-FFF2-40B4-BE49-F238E27FC236}">
                <a16:creationId xmlns:a16="http://schemas.microsoft.com/office/drawing/2014/main" id="{E4E0DFD8-AF87-374A-2F31-10EB2797555B}"/>
              </a:ext>
            </a:extLst>
          </p:cNvPr>
          <p:cNvSpPr>
            <a:spLocks noGrp="1"/>
          </p:cNvSpPr>
          <p:nvPr>
            <p:ph idx="1"/>
          </p:nvPr>
        </p:nvSpPr>
        <p:spPr>
          <a:xfrm>
            <a:off x="2507145" y="3141846"/>
            <a:ext cx="8906692" cy="625930"/>
          </a:xfrm>
        </p:spPr>
        <p:txBody>
          <a:bodyPr>
            <a:normAutofit lnSpcReduction="10000"/>
          </a:bodyPr>
          <a:lstStyle/>
          <a:p>
            <a:r>
              <a:rPr lang="en-US"/>
              <a:t>CS 6150 Computing for Good</a:t>
            </a:r>
            <a:br>
              <a:rPr lang="en-US"/>
            </a:br>
            <a:r>
              <a:rPr lang="en-US"/>
              <a:t>Final Presentation</a:t>
            </a:r>
          </a:p>
        </p:txBody>
      </p:sp>
      <p:sp>
        <p:nvSpPr>
          <p:cNvPr id="4" name="TextBox 3">
            <a:extLst>
              <a:ext uri="{FF2B5EF4-FFF2-40B4-BE49-F238E27FC236}">
                <a16:creationId xmlns:a16="http://schemas.microsoft.com/office/drawing/2014/main" id="{E446BA76-7621-0018-F8A9-6B2CD7D47C2D}"/>
              </a:ext>
            </a:extLst>
          </p:cNvPr>
          <p:cNvSpPr txBox="1"/>
          <p:nvPr/>
        </p:nvSpPr>
        <p:spPr>
          <a:xfrm>
            <a:off x="2507145" y="3939309"/>
            <a:ext cx="8906692" cy="1754326"/>
          </a:xfrm>
          <a:prstGeom prst="rect">
            <a:avLst/>
          </a:prstGeom>
          <a:noFill/>
        </p:spPr>
        <p:txBody>
          <a:bodyPr wrap="square" rtlCol="0">
            <a:spAutoFit/>
          </a:bodyPr>
          <a:lstStyle/>
          <a:p>
            <a:r>
              <a:rPr lang="en-US"/>
              <a:t>Richard Young Jr</a:t>
            </a:r>
          </a:p>
          <a:p>
            <a:r>
              <a:rPr lang="en-US"/>
              <a:t>Kierstin Ajaden Hicks</a:t>
            </a:r>
          </a:p>
          <a:p>
            <a:r>
              <a:rPr lang="en-US"/>
              <a:t>Dipen Patel</a:t>
            </a:r>
          </a:p>
          <a:p>
            <a:r>
              <a:rPr lang="en-US"/>
              <a:t>William Hui Hao</a:t>
            </a:r>
          </a:p>
          <a:p>
            <a:r>
              <a:rPr lang="en-US"/>
              <a:t>Srijan Srivatsa</a:t>
            </a:r>
          </a:p>
          <a:p>
            <a:r>
              <a:rPr lang="en-US"/>
              <a:t>Wesley Baker</a:t>
            </a:r>
          </a:p>
        </p:txBody>
      </p:sp>
      <p:pic>
        <p:nvPicPr>
          <p:cNvPr id="12" name="Audio 11">
            <a:extLst>
              <a:ext uri="{FF2B5EF4-FFF2-40B4-BE49-F238E27FC236}">
                <a16:creationId xmlns:a16="http://schemas.microsoft.com/office/drawing/2014/main" id="{2F902989-F018-F232-20B7-932A346177C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330526660"/>
      </p:ext>
    </p:extLst>
  </p:cSld>
  <p:clrMapOvr>
    <a:masterClrMapping/>
  </p:clrMapOvr>
  <mc:AlternateContent xmlns:mc="http://schemas.openxmlformats.org/markup-compatibility/2006">
    <mc:Choice xmlns:p14="http://schemas.microsoft.com/office/powerpoint/2010/main" Requires="p14">
      <p:transition spd="slow" p14:dur="2000" advTm="6797"/>
    </mc:Choice>
    <mc:Fallback>
      <p:transition spd="slow" advTm="67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9BC1C24-62CF-2F8A-2EB0-64755C7D4E83}"/>
              </a:ext>
            </a:extLst>
          </p:cNvPr>
          <p:cNvSpPr>
            <a:spLocks noGrp="1"/>
          </p:cNvSpPr>
          <p:nvPr>
            <p:ph idx="1"/>
          </p:nvPr>
        </p:nvSpPr>
        <p:spPr>
          <a:xfrm>
            <a:off x="381000" y="1215484"/>
            <a:ext cx="11429999" cy="5056223"/>
          </a:xfrm>
        </p:spPr>
        <p:txBody>
          <a:bodyPr/>
          <a:lstStyle/>
          <a:p>
            <a:r>
              <a:rPr lang="en-US"/>
              <a:t>The Problem</a:t>
            </a:r>
          </a:p>
          <a:p>
            <a:pPr lvl="1"/>
            <a:r>
              <a:rPr lang="en-US"/>
              <a:t>1 in 9 people in Metro Atlanta face food insecurity </a:t>
            </a:r>
          </a:p>
          <a:p>
            <a:pPr lvl="1"/>
            <a:r>
              <a:rPr lang="en-US"/>
              <a:t>125,000 tons of food are wasted each year</a:t>
            </a:r>
          </a:p>
          <a:p>
            <a:r>
              <a:rPr lang="en-US"/>
              <a:t>The Gap</a:t>
            </a:r>
          </a:p>
          <a:p>
            <a:pPr lvl="1"/>
            <a:r>
              <a:rPr lang="en-US"/>
              <a:t>Disconnected systems between food donors and nonprofits</a:t>
            </a:r>
          </a:p>
          <a:p>
            <a:pPr lvl="1"/>
            <a:r>
              <a:rPr lang="en-US"/>
              <a:t>Limited visibility into supply and demand </a:t>
            </a:r>
          </a:p>
          <a:p>
            <a:r>
              <a:rPr lang="en-US"/>
              <a:t>The Opportunity </a:t>
            </a:r>
          </a:p>
          <a:p>
            <a:pPr lvl="1"/>
            <a:r>
              <a:rPr lang="en-US"/>
              <a:t>Better coordination can reduce waste and improve access</a:t>
            </a:r>
          </a:p>
          <a:p>
            <a:pPr lvl="1"/>
            <a:r>
              <a:rPr lang="en-US"/>
              <a:t>Technology can connect surplus food to those in need </a:t>
            </a:r>
          </a:p>
          <a:p>
            <a:r>
              <a:rPr lang="en-US"/>
              <a:t>Our Context </a:t>
            </a:r>
          </a:p>
          <a:p>
            <a:pPr lvl="1"/>
            <a:r>
              <a:rPr lang="en-US"/>
              <a:t>The Metro Atlanta Food Consortium works to streamline food distribution across organizations in Metro Atlanta </a:t>
            </a:r>
          </a:p>
          <a:p>
            <a:pPr lvl="1"/>
            <a:endParaRPr lang="en-US"/>
          </a:p>
        </p:txBody>
      </p:sp>
      <p:sp>
        <p:nvSpPr>
          <p:cNvPr id="2" name="Title 1">
            <a:extLst>
              <a:ext uri="{FF2B5EF4-FFF2-40B4-BE49-F238E27FC236}">
                <a16:creationId xmlns:a16="http://schemas.microsoft.com/office/drawing/2014/main" id="{F44593F8-7131-E4B0-07D6-4F794C6AE4EC}"/>
              </a:ext>
            </a:extLst>
          </p:cNvPr>
          <p:cNvSpPr>
            <a:spLocks noGrp="1"/>
          </p:cNvSpPr>
          <p:nvPr>
            <p:ph type="title"/>
          </p:nvPr>
        </p:nvSpPr>
        <p:spPr/>
        <p:txBody>
          <a:bodyPr/>
          <a:lstStyle/>
          <a:p>
            <a:r>
              <a:rPr lang="en-US"/>
              <a:t>Background</a:t>
            </a:r>
          </a:p>
        </p:txBody>
      </p:sp>
      <p:pic>
        <p:nvPicPr>
          <p:cNvPr id="16" name="Audio 15">
            <a:extLst>
              <a:ext uri="{FF2B5EF4-FFF2-40B4-BE49-F238E27FC236}">
                <a16:creationId xmlns:a16="http://schemas.microsoft.com/office/drawing/2014/main" id="{484AEAA6-AEFA-6BD4-52F4-0EDF207E6B8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202934461"/>
      </p:ext>
    </p:extLst>
  </p:cSld>
  <p:clrMapOvr>
    <a:masterClrMapping/>
  </p:clrMapOvr>
  <mc:AlternateContent xmlns:mc="http://schemas.openxmlformats.org/markup-compatibility/2006">
    <mc:Choice xmlns:p14="http://schemas.microsoft.com/office/powerpoint/2010/main" Requires="p14">
      <p:transition spd="slow" p14:dur="2000" advTm="51531"/>
    </mc:Choice>
    <mc:Fallback>
      <p:transition spd="slow" advTm="515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CC07A0CC-88D8-6801-DA74-6E8114A5202A}"/>
              </a:ext>
            </a:extLst>
          </p:cNvPr>
          <p:cNvGraphicFramePr>
            <a:graphicFrameLocks noGrp="1"/>
          </p:cNvGraphicFramePr>
          <p:nvPr>
            <p:ph idx="1"/>
            <p:extLst>
              <p:ext uri="{D42A27DB-BD31-4B8C-83A1-F6EECF244321}">
                <p14:modId xmlns:p14="http://schemas.microsoft.com/office/powerpoint/2010/main" val="2856237641"/>
              </p:ext>
            </p:extLst>
          </p:nvPr>
        </p:nvGraphicFramePr>
        <p:xfrm>
          <a:off x="381000" y="1216025"/>
          <a:ext cx="11430000" cy="42243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Title 1">
            <a:extLst>
              <a:ext uri="{FF2B5EF4-FFF2-40B4-BE49-F238E27FC236}">
                <a16:creationId xmlns:a16="http://schemas.microsoft.com/office/drawing/2014/main" id="{257F5F43-3FDC-4EC5-8E3A-F91112DCDE31}"/>
              </a:ext>
            </a:extLst>
          </p:cNvPr>
          <p:cNvSpPr>
            <a:spLocks noGrp="1"/>
          </p:cNvSpPr>
          <p:nvPr>
            <p:ph type="title"/>
          </p:nvPr>
        </p:nvSpPr>
        <p:spPr/>
        <p:txBody>
          <a:bodyPr/>
          <a:lstStyle/>
          <a:p>
            <a:r>
              <a:rPr lang="en-US"/>
              <a:t>Project Chronology </a:t>
            </a:r>
          </a:p>
        </p:txBody>
      </p:sp>
      <p:pic>
        <p:nvPicPr>
          <p:cNvPr id="13" name="Video 12">
            <a:hlinkClick r:id="" action="ppaction://media"/>
            <a:extLst>
              <a:ext uri="{FF2B5EF4-FFF2-40B4-BE49-F238E27FC236}">
                <a16:creationId xmlns:a16="http://schemas.microsoft.com/office/drawing/2014/main" id="{4705FE0B-C5F4-1465-014E-51C44FB4A527}"/>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10"/>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844116572"/>
      </p:ext>
    </p:extLst>
  </p:cSld>
  <p:clrMapOvr>
    <a:masterClrMapping/>
  </p:clrMapOvr>
  <mc:AlternateContent xmlns:mc="http://schemas.openxmlformats.org/markup-compatibility/2006">
    <mc:Choice xmlns:p14="http://schemas.microsoft.com/office/powerpoint/2010/main" Requires="p14">
      <p:transition spd="slow" p14:dur="2000" advTm="22177"/>
    </mc:Choice>
    <mc:Fallback>
      <p:transition spd="slow" advTm="221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7063FCA-EFA7-D3DF-0DBE-1C26124FF020}"/>
              </a:ext>
            </a:extLst>
          </p:cNvPr>
          <p:cNvSpPr>
            <a:spLocks noGrp="1"/>
          </p:cNvSpPr>
          <p:nvPr>
            <p:ph idx="1"/>
          </p:nvPr>
        </p:nvSpPr>
        <p:spPr/>
        <p:txBody>
          <a:bodyPr/>
          <a:lstStyle/>
          <a:p>
            <a:r>
              <a:rPr lang="en-US"/>
              <a:t>Human Centered Design: Built for diverse stakeholders with a focus on usability and real needs </a:t>
            </a:r>
          </a:p>
          <a:p>
            <a:r>
              <a:rPr lang="en-US"/>
              <a:t>Iterative Development: Improved the platform through continuous feedback and refinement </a:t>
            </a:r>
          </a:p>
          <a:p>
            <a:r>
              <a:rPr lang="en-US"/>
              <a:t>Simple &amp; Flexible: Created intuitive workflows that adapt to different organizations</a:t>
            </a:r>
          </a:p>
          <a:p>
            <a:r>
              <a:rPr lang="en-US"/>
              <a:t>Data-Driven Impact: Dashboard enables visibility into food distribution and system performance </a:t>
            </a:r>
          </a:p>
          <a:p>
            <a:r>
              <a:rPr lang="en-US"/>
              <a:t>Sociotechnical Focus: Uses technology to address food insecurity at scale</a:t>
            </a:r>
          </a:p>
          <a:p>
            <a:pPr lvl="1"/>
            <a:endParaRPr lang="en-US"/>
          </a:p>
        </p:txBody>
      </p:sp>
      <p:sp>
        <p:nvSpPr>
          <p:cNvPr id="2" name="Title 1">
            <a:extLst>
              <a:ext uri="{FF2B5EF4-FFF2-40B4-BE49-F238E27FC236}">
                <a16:creationId xmlns:a16="http://schemas.microsoft.com/office/drawing/2014/main" id="{5C997F0A-D7EB-E5D0-E1EC-6CBE1EFD6D7D}"/>
              </a:ext>
            </a:extLst>
          </p:cNvPr>
          <p:cNvSpPr>
            <a:spLocks noGrp="1"/>
          </p:cNvSpPr>
          <p:nvPr>
            <p:ph type="title"/>
          </p:nvPr>
        </p:nvSpPr>
        <p:spPr/>
        <p:txBody>
          <a:bodyPr/>
          <a:lstStyle/>
          <a:p>
            <a:r>
              <a:rPr lang="en-US"/>
              <a:t>Course Principles </a:t>
            </a:r>
          </a:p>
        </p:txBody>
      </p:sp>
      <p:pic>
        <p:nvPicPr>
          <p:cNvPr id="24" name="Audio 23">
            <a:extLst>
              <a:ext uri="{FF2B5EF4-FFF2-40B4-BE49-F238E27FC236}">
                <a16:creationId xmlns:a16="http://schemas.microsoft.com/office/drawing/2014/main" id="{1DD488F1-B1C5-19B4-AEC1-7D66418D1E2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82053123"/>
      </p:ext>
    </p:extLst>
  </p:cSld>
  <p:clrMapOvr>
    <a:masterClrMapping/>
  </p:clrMapOvr>
  <mc:AlternateContent xmlns:mc="http://schemas.openxmlformats.org/markup-compatibility/2006">
    <mc:Choice xmlns:p14="http://schemas.microsoft.com/office/powerpoint/2010/main" Requires="p14">
      <p:transition spd="slow" p14:dur="2000" advTm="63046"/>
    </mc:Choice>
    <mc:Fallback>
      <p:transition spd="slow" advTm="630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7DDB6E-AA61-BB2B-28EC-EC746D4122D0}"/>
              </a:ext>
            </a:extLst>
          </p:cNvPr>
          <p:cNvSpPr>
            <a:spLocks noGrp="1"/>
          </p:cNvSpPr>
          <p:nvPr>
            <p:ph type="title"/>
          </p:nvPr>
        </p:nvSpPr>
        <p:spPr/>
        <p:txBody>
          <a:bodyPr/>
          <a:lstStyle/>
          <a:p>
            <a:r>
              <a:rPr lang="en-US"/>
              <a:t>Screenshots</a:t>
            </a:r>
          </a:p>
        </p:txBody>
      </p:sp>
    </p:spTree>
    <p:extLst>
      <p:ext uri="{BB962C8B-B14F-4D97-AF65-F5344CB8AC3E}">
        <p14:creationId xmlns:p14="http://schemas.microsoft.com/office/powerpoint/2010/main" val="1449194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52365-3E8D-164A-5402-653A0FEB85F7}"/>
              </a:ext>
            </a:extLst>
          </p:cNvPr>
          <p:cNvSpPr>
            <a:spLocks noGrp="1"/>
          </p:cNvSpPr>
          <p:nvPr>
            <p:ph type="title"/>
          </p:nvPr>
        </p:nvSpPr>
        <p:spPr/>
        <p:txBody>
          <a:bodyPr anchor="t"/>
          <a:lstStyle/>
          <a:p>
            <a:r>
              <a:rPr lang="en-US"/>
              <a:t>Admin Dashboard</a:t>
            </a:r>
          </a:p>
        </p:txBody>
      </p:sp>
      <p:pic>
        <p:nvPicPr>
          <p:cNvPr id="15" name="Content Placeholder 14">
            <a:extLst>
              <a:ext uri="{FF2B5EF4-FFF2-40B4-BE49-F238E27FC236}">
                <a16:creationId xmlns:a16="http://schemas.microsoft.com/office/drawing/2014/main" id="{BCB39B1B-C8FE-5C1A-1511-7E5CF11CAF09}"/>
              </a:ext>
            </a:extLst>
          </p:cNvPr>
          <p:cNvPicPr>
            <a:picLocks noGrp="1" noChangeAspect="1"/>
          </p:cNvPicPr>
          <p:nvPr>
            <p:ph idx="1"/>
          </p:nvPr>
        </p:nvPicPr>
        <p:blipFill>
          <a:blip r:embed="rId4"/>
          <a:stretch>
            <a:fillRect/>
          </a:stretch>
        </p:blipFill>
        <p:spPr>
          <a:xfrm>
            <a:off x="5386238" y="457200"/>
            <a:ext cx="5680373" cy="5403850"/>
          </a:xfrm>
          <a:prstGeom prst="rect">
            <a:avLst/>
          </a:prstGeom>
        </p:spPr>
      </p:pic>
      <p:sp>
        <p:nvSpPr>
          <p:cNvPr id="13" name="Text Placeholder 12">
            <a:extLst>
              <a:ext uri="{FF2B5EF4-FFF2-40B4-BE49-F238E27FC236}">
                <a16:creationId xmlns:a16="http://schemas.microsoft.com/office/drawing/2014/main" id="{C1533CE1-61B1-4547-DBC6-A2FFA9034223}"/>
              </a:ext>
            </a:extLst>
          </p:cNvPr>
          <p:cNvSpPr>
            <a:spLocks noGrp="1"/>
          </p:cNvSpPr>
          <p:nvPr>
            <p:ph type="body" sz="half" idx="2"/>
          </p:nvPr>
        </p:nvSpPr>
        <p:spPr>
          <a:xfrm>
            <a:off x="381001" y="1559031"/>
            <a:ext cx="5100781" cy="4302019"/>
          </a:xfrm>
        </p:spPr>
        <p:txBody>
          <a:bodyPr/>
          <a:lstStyle/>
          <a:p>
            <a:r>
              <a:rPr lang="en-US"/>
              <a:t>Administrators monitor the platform's impact at a glance. They can track active suppliers, registered nonprofits, total food listings, and completed claims. Visual charts show trends over time, helping the consortium measure its effectiveness and identify where to focus outreach efforts.</a:t>
            </a:r>
          </a:p>
        </p:txBody>
      </p:sp>
      <p:pic>
        <p:nvPicPr>
          <p:cNvPr id="23" name="Admin">
            <a:hlinkClick r:id="" action="ppaction://media"/>
            <a:extLst>
              <a:ext uri="{FF2B5EF4-FFF2-40B4-BE49-F238E27FC236}">
                <a16:creationId xmlns:a16="http://schemas.microsoft.com/office/drawing/2014/main" id="{0FFE709E-03E3-3069-C7EC-5B8C0EFAD03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806575" y="4529138"/>
            <a:ext cx="271463" cy="271463"/>
          </a:xfrm>
          <a:prstGeom prst="rect">
            <a:avLst/>
          </a:prstGeom>
        </p:spPr>
      </p:pic>
    </p:spTree>
    <p:extLst>
      <p:ext uri="{BB962C8B-B14F-4D97-AF65-F5344CB8AC3E}">
        <p14:creationId xmlns:p14="http://schemas.microsoft.com/office/powerpoint/2010/main" val="2482708046"/>
      </p:ext>
    </p:extLst>
  </p:cSld>
  <p:clrMapOvr>
    <a:masterClrMapping/>
  </p:clrMapOvr>
  <mc:AlternateContent xmlns:mc="http://schemas.openxmlformats.org/markup-compatibility/2006">
    <mc:Choice xmlns:p14="http://schemas.microsoft.com/office/powerpoint/2010/main" Requires="p14">
      <p:transition spd="slow" p14:dur="2000" advTm="585"/>
    </mc:Choice>
    <mc:Fallback>
      <p:transition spd="slow" advTm="5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60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BA485-C7FA-4E6A-33E6-E502B37B7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00D59-2063-D964-C46A-3346A957693F}"/>
              </a:ext>
            </a:extLst>
          </p:cNvPr>
          <p:cNvSpPr>
            <a:spLocks noGrp="1"/>
          </p:cNvSpPr>
          <p:nvPr>
            <p:ph type="title"/>
          </p:nvPr>
        </p:nvSpPr>
        <p:spPr>
          <a:xfrm>
            <a:off x="381001" y="457200"/>
            <a:ext cx="3932767" cy="1600200"/>
          </a:xfrm>
        </p:spPr>
        <p:txBody>
          <a:bodyPr anchor="t">
            <a:normAutofit/>
          </a:bodyPr>
          <a:lstStyle/>
          <a:p>
            <a:r>
              <a:rPr lang="en-US"/>
              <a:t>Supplier Dashboard</a:t>
            </a:r>
          </a:p>
        </p:txBody>
      </p:sp>
      <p:pic>
        <p:nvPicPr>
          <p:cNvPr id="6" name="Content Placeholder 5">
            <a:extLst>
              <a:ext uri="{FF2B5EF4-FFF2-40B4-BE49-F238E27FC236}">
                <a16:creationId xmlns:a16="http://schemas.microsoft.com/office/drawing/2014/main" id="{713230C3-4B5F-FFFA-E3C0-2E6B46A3AE5E}"/>
              </a:ext>
            </a:extLst>
          </p:cNvPr>
          <p:cNvPicPr>
            <a:picLocks noGrp="1" noChangeAspect="1"/>
          </p:cNvPicPr>
          <p:nvPr>
            <p:ph idx="1"/>
          </p:nvPr>
        </p:nvPicPr>
        <p:blipFill>
          <a:blip r:embed="rId4"/>
          <a:srcRect t="11365" r="2" b="8868"/>
          <a:stretch>
            <a:fillRect/>
          </a:stretch>
        </p:blipFill>
        <p:spPr>
          <a:xfrm>
            <a:off x="4642338" y="457201"/>
            <a:ext cx="7168663" cy="5403850"/>
          </a:xfrm>
          <a:prstGeom prst="rect">
            <a:avLst/>
          </a:prstGeom>
          <a:noFill/>
        </p:spPr>
      </p:pic>
      <p:sp>
        <p:nvSpPr>
          <p:cNvPr id="18" name="Text Placeholder 3">
            <a:extLst>
              <a:ext uri="{FF2B5EF4-FFF2-40B4-BE49-F238E27FC236}">
                <a16:creationId xmlns:a16="http://schemas.microsoft.com/office/drawing/2014/main" id="{A7AE69C8-FDFC-BA0A-2DE4-CC36F5817E38}"/>
              </a:ext>
            </a:extLst>
          </p:cNvPr>
          <p:cNvSpPr>
            <a:spLocks noGrp="1"/>
          </p:cNvSpPr>
          <p:nvPr>
            <p:ph type="body" sz="half" idx="2"/>
          </p:nvPr>
        </p:nvSpPr>
        <p:spPr>
          <a:xfrm>
            <a:off x="381001" y="2266912"/>
            <a:ext cx="3932767" cy="3594139"/>
          </a:xfrm>
        </p:spPr>
        <p:txBody>
          <a:bodyPr/>
          <a:lstStyle/>
          <a:p>
            <a:r>
              <a:rPr lang="en-US"/>
              <a:t>Suppliers such as grocery stores, restaurants, and distributors can list their surplus food items by specifying the product name, type, quantity, and any additional details. They can easily edit, remove, or repost listings, turning potential food waste into available donations for nonprofits</a:t>
            </a:r>
          </a:p>
        </p:txBody>
      </p:sp>
      <p:pic>
        <p:nvPicPr>
          <p:cNvPr id="8" name="Supplier">
            <a:hlinkClick r:id="" action="ppaction://media"/>
            <a:extLst>
              <a:ext uri="{FF2B5EF4-FFF2-40B4-BE49-F238E27FC236}">
                <a16:creationId xmlns:a16="http://schemas.microsoft.com/office/drawing/2014/main" id="{BD8E2274-4CE8-160D-5979-ADB10B5F810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18003" y="5246461"/>
            <a:ext cx="271463" cy="271463"/>
          </a:xfrm>
          <a:prstGeom prst="rect">
            <a:avLst/>
          </a:prstGeom>
        </p:spPr>
      </p:pic>
    </p:spTree>
    <p:extLst>
      <p:ext uri="{BB962C8B-B14F-4D97-AF65-F5344CB8AC3E}">
        <p14:creationId xmlns:p14="http://schemas.microsoft.com/office/powerpoint/2010/main" val="1882743753"/>
      </p:ext>
    </p:extLst>
  </p:cSld>
  <p:clrMapOvr>
    <a:masterClrMapping/>
  </p:clrMapOvr>
  <mc:AlternateContent xmlns:mc="http://schemas.openxmlformats.org/markup-compatibility/2006">
    <mc:Choice xmlns:p14="http://schemas.microsoft.com/office/powerpoint/2010/main" Requires="p14">
      <p:transition spd="slow" p14:dur="2000" advTm="12548"/>
    </mc:Choice>
    <mc:Fallback>
      <p:transition spd="slow" advTm="125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54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2464C-6291-F3E4-B45A-0961E61C8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88DFD-1E61-E10C-2CCE-30B78B4B84E0}"/>
              </a:ext>
            </a:extLst>
          </p:cNvPr>
          <p:cNvSpPr>
            <a:spLocks noGrp="1"/>
          </p:cNvSpPr>
          <p:nvPr>
            <p:ph type="title"/>
          </p:nvPr>
        </p:nvSpPr>
        <p:spPr>
          <a:xfrm>
            <a:off x="381001" y="457200"/>
            <a:ext cx="4828308" cy="1600200"/>
          </a:xfrm>
        </p:spPr>
        <p:txBody>
          <a:bodyPr anchor="t"/>
          <a:lstStyle/>
          <a:p>
            <a:r>
              <a:rPr lang="en-US"/>
              <a:t>Nonprofit Dashboard</a:t>
            </a:r>
          </a:p>
        </p:txBody>
      </p:sp>
      <p:sp>
        <p:nvSpPr>
          <p:cNvPr id="13" name="Text Placeholder 12">
            <a:extLst>
              <a:ext uri="{FF2B5EF4-FFF2-40B4-BE49-F238E27FC236}">
                <a16:creationId xmlns:a16="http://schemas.microsoft.com/office/drawing/2014/main" id="{EAABB7FD-EFA4-A1DB-5022-89F6BC24AEA3}"/>
              </a:ext>
            </a:extLst>
          </p:cNvPr>
          <p:cNvSpPr>
            <a:spLocks noGrp="1"/>
          </p:cNvSpPr>
          <p:nvPr>
            <p:ph type="body" sz="half" idx="2"/>
          </p:nvPr>
        </p:nvSpPr>
        <p:spPr>
          <a:xfrm>
            <a:off x="393224" y="2307770"/>
            <a:ext cx="5100781" cy="3553279"/>
          </a:xfrm>
        </p:spPr>
        <p:txBody>
          <a:bodyPr/>
          <a:lstStyle/>
          <a:p>
            <a:r>
              <a:rPr lang="en-US"/>
              <a:t>Nonprofits can browse all available food donations in one place and claim items that match their needs and storage capacity. Once claimed, they coordinate pickup details including date, time window, location, and a contact person to ensure a smooth handoff.</a:t>
            </a:r>
          </a:p>
        </p:txBody>
      </p:sp>
      <p:pic>
        <p:nvPicPr>
          <p:cNvPr id="6" name="Content Placeholder 5">
            <a:extLst>
              <a:ext uri="{FF2B5EF4-FFF2-40B4-BE49-F238E27FC236}">
                <a16:creationId xmlns:a16="http://schemas.microsoft.com/office/drawing/2014/main" id="{EEAB4229-648F-12FE-D8F4-F7BA1FF4176C}"/>
              </a:ext>
            </a:extLst>
          </p:cNvPr>
          <p:cNvPicPr>
            <a:picLocks noGrp="1" noChangeAspect="1"/>
          </p:cNvPicPr>
          <p:nvPr>
            <p:ph idx="1"/>
          </p:nvPr>
        </p:nvPicPr>
        <p:blipFill>
          <a:blip r:embed="rId4"/>
          <a:stretch>
            <a:fillRect/>
          </a:stretch>
        </p:blipFill>
        <p:spPr>
          <a:xfrm>
            <a:off x="5778702" y="457200"/>
            <a:ext cx="6032297" cy="5403850"/>
          </a:xfrm>
          <a:prstGeom prst="rect">
            <a:avLst/>
          </a:prstGeom>
        </p:spPr>
      </p:pic>
      <p:pic>
        <p:nvPicPr>
          <p:cNvPr id="7" name="Recorded Sound">
            <a:hlinkClick r:id="" action="ppaction://media"/>
            <a:extLst>
              <a:ext uri="{FF2B5EF4-FFF2-40B4-BE49-F238E27FC236}">
                <a16:creationId xmlns:a16="http://schemas.microsoft.com/office/drawing/2014/main" id="{6A6A7852-D2B9-F7A2-B327-23050CA5DEE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2304" y="4658632"/>
            <a:ext cx="271463" cy="271463"/>
          </a:xfrm>
          <a:prstGeom prst="rect">
            <a:avLst/>
          </a:prstGeom>
        </p:spPr>
      </p:pic>
    </p:spTree>
    <p:extLst>
      <p:ext uri="{BB962C8B-B14F-4D97-AF65-F5344CB8AC3E}">
        <p14:creationId xmlns:p14="http://schemas.microsoft.com/office/powerpoint/2010/main" val="2557222823"/>
      </p:ext>
    </p:extLst>
  </p:cSld>
  <p:clrMapOvr>
    <a:masterClrMapping/>
  </p:clrMapOvr>
  <mc:AlternateContent xmlns:mc="http://schemas.openxmlformats.org/markup-compatibility/2006">
    <mc:Choice xmlns:p14="http://schemas.microsoft.com/office/powerpoint/2010/main" Requires="p14">
      <p:transition spd="slow" p14:dur="2000" advTm="12321"/>
    </mc:Choice>
    <mc:Fallback>
      <p:transition spd="slow" advTm="123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32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E7743-E80A-B237-2E8C-E6C40600C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5EDB6-6498-1A05-6B3C-0F7E08C708C8}"/>
              </a:ext>
            </a:extLst>
          </p:cNvPr>
          <p:cNvSpPr>
            <a:spLocks noGrp="1"/>
          </p:cNvSpPr>
          <p:nvPr>
            <p:ph type="title"/>
          </p:nvPr>
        </p:nvSpPr>
        <p:spPr/>
        <p:txBody>
          <a:bodyPr anchor="ctr">
            <a:normAutofit/>
          </a:bodyPr>
          <a:lstStyle/>
          <a:p>
            <a:r>
              <a:rPr lang="en-US"/>
              <a:t>Discussions &amp; Announcements</a:t>
            </a:r>
          </a:p>
        </p:txBody>
      </p:sp>
      <p:pic>
        <p:nvPicPr>
          <p:cNvPr id="12" name="Content Placeholder 11">
            <a:extLst>
              <a:ext uri="{FF2B5EF4-FFF2-40B4-BE49-F238E27FC236}">
                <a16:creationId xmlns:a16="http://schemas.microsoft.com/office/drawing/2014/main" id="{D5BE014B-DD51-6249-88C0-8D141E7CD23C}"/>
              </a:ext>
            </a:extLst>
          </p:cNvPr>
          <p:cNvPicPr>
            <a:picLocks noGrp="1" noChangeAspect="1"/>
          </p:cNvPicPr>
          <p:nvPr>
            <p:ph idx="1"/>
          </p:nvPr>
        </p:nvPicPr>
        <p:blipFill>
          <a:blip r:embed="rId5"/>
          <a:stretch>
            <a:fillRect/>
          </a:stretch>
        </p:blipFill>
        <p:spPr>
          <a:xfrm>
            <a:off x="4766541" y="1039038"/>
            <a:ext cx="6802004" cy="2471622"/>
          </a:xfrm>
          <a:prstGeom prst="rect">
            <a:avLst/>
          </a:prstGeom>
          <a:noFill/>
        </p:spPr>
      </p:pic>
      <p:sp>
        <p:nvSpPr>
          <p:cNvPr id="19" name="Text Placeholder 18">
            <a:extLst>
              <a:ext uri="{FF2B5EF4-FFF2-40B4-BE49-F238E27FC236}">
                <a16:creationId xmlns:a16="http://schemas.microsoft.com/office/drawing/2014/main" id="{F4259BA6-4D31-D989-A9C8-4D039340F941}"/>
              </a:ext>
            </a:extLst>
          </p:cNvPr>
          <p:cNvSpPr>
            <a:spLocks noGrp="1"/>
          </p:cNvSpPr>
          <p:nvPr>
            <p:ph type="body" sz="half" idx="2"/>
          </p:nvPr>
        </p:nvSpPr>
        <p:spPr>
          <a:xfrm>
            <a:off x="381001" y="2835729"/>
            <a:ext cx="3932767" cy="3033259"/>
          </a:xfrm>
        </p:spPr>
        <p:txBody>
          <a:bodyPr/>
          <a:lstStyle/>
          <a:p>
            <a:r>
              <a:rPr lang="en-US"/>
              <a:t>The platform includes built-in announcements and discussion boards to keep the community connected. Admins can broadcast updates to all users or target specific roles, while suppliers and nonprofits can start conversations and coordinate directly through threaded discussions.</a:t>
            </a:r>
          </a:p>
        </p:txBody>
      </p:sp>
      <p:pic>
        <p:nvPicPr>
          <p:cNvPr id="17" name="Content Placeholder 16">
            <a:extLst>
              <a:ext uri="{FF2B5EF4-FFF2-40B4-BE49-F238E27FC236}">
                <a16:creationId xmlns:a16="http://schemas.microsoft.com/office/drawing/2014/main" id="{660196A2-2713-C5FF-D81F-F8A56C69DB03}"/>
              </a:ext>
            </a:extLst>
          </p:cNvPr>
          <p:cNvPicPr>
            <a:picLocks noGrp="1" noChangeAspect="1"/>
          </p:cNvPicPr>
          <p:nvPr>
            <p:ph sz="half" idx="4294967295"/>
          </p:nvPr>
        </p:nvPicPr>
        <p:blipFill>
          <a:blip r:embed="rId6"/>
          <a:stretch>
            <a:fillRect/>
          </a:stretch>
        </p:blipFill>
        <p:spPr>
          <a:xfrm>
            <a:off x="4809837" y="2753014"/>
            <a:ext cx="6758708" cy="3160713"/>
          </a:xfrm>
          <a:prstGeom prst="rect">
            <a:avLst/>
          </a:prstGeom>
        </p:spPr>
      </p:pic>
      <p:pic>
        <p:nvPicPr>
          <p:cNvPr id="20" name="D&amp;A">
            <a:hlinkClick r:id="" action="ppaction://media"/>
            <a:extLst>
              <a:ext uri="{FF2B5EF4-FFF2-40B4-BE49-F238E27FC236}">
                <a16:creationId xmlns:a16="http://schemas.microsoft.com/office/drawing/2014/main" id="{76E2E261-B519-D2C7-9998-D3D6DB1FB4D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623455" y="5045075"/>
            <a:ext cx="271463" cy="271463"/>
          </a:xfrm>
          <a:prstGeom prst="rect">
            <a:avLst/>
          </a:prstGeom>
        </p:spPr>
      </p:pic>
    </p:spTree>
    <p:extLst>
      <p:ext uri="{BB962C8B-B14F-4D97-AF65-F5344CB8AC3E}">
        <p14:creationId xmlns:p14="http://schemas.microsoft.com/office/powerpoint/2010/main" val="256613850"/>
      </p:ext>
    </p:extLst>
  </p:cSld>
  <p:clrMapOvr>
    <a:masterClrMapping/>
  </p:clrMapOvr>
  <mc:AlternateContent xmlns:mc="http://schemas.openxmlformats.org/markup-compatibility/2006">
    <mc:Choice xmlns:p14="http://schemas.microsoft.com/office/powerpoint/2010/main" Requires="p14">
      <p:transition spd="slow" p14:dur="2000" advTm="13161"/>
    </mc:Choice>
    <mc:Fallback>
      <p:transition spd="slow" advTm="131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16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5DC09-71E0-6220-CD58-D0215F50DE34}"/>
              </a:ext>
            </a:extLst>
          </p:cNvPr>
          <p:cNvSpPr>
            <a:spLocks noGrp="1"/>
          </p:cNvSpPr>
          <p:nvPr>
            <p:ph idx="1"/>
          </p:nvPr>
        </p:nvSpPr>
        <p:spPr/>
        <p:txBody>
          <a:bodyPr>
            <a:normAutofit/>
          </a:bodyPr>
          <a:lstStyle/>
          <a:p>
            <a:r>
              <a:rPr lang="en-US"/>
              <a:t>3 environments (Production, Staging, Development)</a:t>
            </a:r>
          </a:p>
          <a:p>
            <a:r>
              <a:rPr lang="en-US"/>
              <a:t>No personal information in lower environments</a:t>
            </a:r>
          </a:p>
          <a:p>
            <a:r>
              <a:rPr lang="en-US"/>
              <a:t>Information stored in secured production environments</a:t>
            </a:r>
          </a:p>
          <a:p>
            <a:r>
              <a:rPr lang="en-US"/>
              <a:t>Changes are reviewed before changing environments</a:t>
            </a:r>
          </a:p>
        </p:txBody>
      </p:sp>
      <p:sp>
        <p:nvSpPr>
          <p:cNvPr id="2" name="Title 1">
            <a:extLst>
              <a:ext uri="{FF2B5EF4-FFF2-40B4-BE49-F238E27FC236}">
                <a16:creationId xmlns:a16="http://schemas.microsoft.com/office/drawing/2014/main" id="{2D069156-6DA7-15C6-FCCE-A70AE893C875}"/>
              </a:ext>
            </a:extLst>
          </p:cNvPr>
          <p:cNvSpPr>
            <a:spLocks noGrp="1"/>
          </p:cNvSpPr>
          <p:nvPr>
            <p:ph type="title"/>
          </p:nvPr>
        </p:nvSpPr>
        <p:spPr/>
        <p:txBody>
          <a:bodyPr/>
          <a:lstStyle/>
          <a:p>
            <a:r>
              <a:rPr lang="en-US"/>
              <a:t>Removal of Sensitive Data</a:t>
            </a:r>
          </a:p>
        </p:txBody>
      </p:sp>
      <p:pic>
        <p:nvPicPr>
          <p:cNvPr id="7" name="Audio 6">
            <a:hlinkClick r:id="" action="ppaction://media"/>
            <a:extLst>
              <a:ext uri="{FF2B5EF4-FFF2-40B4-BE49-F238E27FC236}">
                <a16:creationId xmlns:a16="http://schemas.microsoft.com/office/drawing/2014/main" id="{03560A04-0BBC-6056-4504-28BE30669966}"/>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112521309"/>
      </p:ext>
    </p:extLst>
  </p:cSld>
  <p:clrMapOvr>
    <a:masterClrMapping/>
  </p:clrMapOvr>
  <mc:AlternateContent xmlns:mc="http://schemas.openxmlformats.org/markup-compatibility/2006">
    <mc:Choice xmlns:p14="http://schemas.microsoft.com/office/powerpoint/2010/main" Requires="p14">
      <p:transition spd="slow" p14:dur="2000" advTm="26201"/>
    </mc:Choice>
    <mc:Fallback>
      <p:transition spd="slow" advTm="262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AA3C-775C-7EB2-2407-F17393E4F624}"/>
              </a:ext>
            </a:extLst>
          </p:cNvPr>
          <p:cNvSpPr>
            <a:spLocks noGrp="1"/>
          </p:cNvSpPr>
          <p:nvPr>
            <p:ph type="title"/>
          </p:nvPr>
        </p:nvSpPr>
        <p:spPr/>
        <p:txBody>
          <a:bodyPr/>
          <a:lstStyle/>
          <a:p>
            <a:r>
              <a:rPr lang="en-US"/>
              <a:t>User Documentation</a:t>
            </a:r>
          </a:p>
        </p:txBody>
      </p:sp>
      <p:sp>
        <p:nvSpPr>
          <p:cNvPr id="7" name="Rectangle 1">
            <a:extLst>
              <a:ext uri="{FF2B5EF4-FFF2-40B4-BE49-F238E27FC236}">
                <a16:creationId xmlns:a16="http://schemas.microsoft.com/office/drawing/2014/main" id="{3A10D4BF-A688-8E50-B777-7D2B976753F7}"/>
              </a:ext>
            </a:extLst>
          </p:cNvPr>
          <p:cNvSpPr>
            <a:spLocks noGrp="1" noChangeArrowheads="1"/>
          </p:cNvSpPr>
          <p:nvPr>
            <p:ph sz="half" idx="1"/>
          </p:nvPr>
        </p:nvSpPr>
        <p:spPr bwMode="auto">
          <a:xfrm>
            <a:off x="381000" y="1997839"/>
            <a:ext cx="967764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altLang="en-US" sz="1800">
                <a:solidFill>
                  <a:schemeClr val="tx1"/>
                </a:solidFill>
                <a:latin typeface="Arial" panose="020B0604020202020204" pitchFamily="34" charset="0"/>
              </a:rPr>
              <a:t>Included in the final submission:</a:t>
            </a:r>
          </a:p>
          <a:p>
            <a:pPr marL="0" lvl="0" indent="0" eaLnBrk="0" fontAlgn="base" hangingPunct="0">
              <a:lnSpc>
                <a:spcPct val="150000"/>
              </a:lnSpc>
              <a:spcBef>
                <a:spcPct val="0"/>
              </a:spcBef>
              <a:spcAft>
                <a:spcPct val="0"/>
              </a:spcAft>
              <a:buFontTx/>
              <a:buChar char="•"/>
            </a:pPr>
            <a:r>
              <a:rPr lang="en-US" altLang="en-US" sz="1800">
                <a:solidFill>
                  <a:schemeClr val="tx1"/>
                </a:solidFill>
                <a:latin typeface="Arial" panose="020B0604020202020204" pitchFamily="34" charset="0"/>
              </a:rPr>
              <a:t>Comprehensive guides for </a:t>
            </a:r>
            <a:r>
              <a:rPr lang="en-US" altLang="en-US" sz="1800" b="1">
                <a:solidFill>
                  <a:schemeClr val="tx1"/>
                </a:solidFill>
                <a:latin typeface="Arial" panose="020B0604020202020204" pitchFamily="34" charset="0"/>
              </a:rPr>
              <a:t>all user roles</a:t>
            </a:r>
            <a:r>
              <a:rPr lang="en-US" altLang="en-US" sz="1800">
                <a:solidFill>
                  <a:schemeClr val="tx1"/>
                </a:solidFill>
                <a:latin typeface="Arial" panose="020B0604020202020204" pitchFamily="34" charset="0"/>
              </a:rPr>
              <a:t>: suppliers, nonprofits, and admins </a:t>
            </a:r>
          </a:p>
          <a:p>
            <a:pPr marL="0" lvl="0" indent="0" eaLnBrk="0" fontAlgn="base" hangingPunct="0">
              <a:lnSpc>
                <a:spcPct val="150000"/>
              </a:lnSpc>
              <a:spcBef>
                <a:spcPct val="0"/>
              </a:spcBef>
              <a:spcAft>
                <a:spcPct val="0"/>
              </a:spcAft>
              <a:buFontTx/>
              <a:buChar char="•"/>
            </a:pPr>
            <a:r>
              <a:rPr lang="en-US" altLang="en-US" sz="1800">
                <a:solidFill>
                  <a:schemeClr val="tx1"/>
                </a:solidFill>
                <a:latin typeface="Arial" panose="020B0604020202020204" pitchFamily="34" charset="0"/>
              </a:rPr>
              <a:t>Step by step onboarding and workflows for key actions like posting, claiming, and approvals </a:t>
            </a:r>
          </a:p>
          <a:p>
            <a:pPr marL="0" lvl="0" indent="0" eaLnBrk="0" fontAlgn="base" hangingPunct="0">
              <a:lnSpc>
                <a:spcPct val="150000"/>
              </a:lnSpc>
              <a:spcBef>
                <a:spcPct val="0"/>
              </a:spcBef>
              <a:spcAft>
                <a:spcPct val="0"/>
              </a:spcAft>
              <a:buFontTx/>
              <a:buChar char="•"/>
            </a:pPr>
            <a:r>
              <a:rPr lang="en-US" altLang="en-US" sz="1800">
                <a:solidFill>
                  <a:schemeClr val="tx1"/>
                </a:solidFill>
                <a:latin typeface="Arial" panose="020B0604020202020204" pitchFamily="34" charset="0"/>
              </a:rPr>
              <a:t>Clear explanations of system features, statuses, and processes </a:t>
            </a:r>
          </a:p>
          <a:p>
            <a:pPr marL="0" lvl="0" indent="0" eaLnBrk="0" fontAlgn="base" hangingPunct="0">
              <a:lnSpc>
                <a:spcPct val="150000"/>
              </a:lnSpc>
              <a:spcBef>
                <a:spcPct val="0"/>
              </a:spcBef>
              <a:spcAft>
                <a:spcPct val="0"/>
              </a:spcAft>
              <a:buFontTx/>
              <a:buChar char="•"/>
            </a:pPr>
            <a:r>
              <a:rPr lang="en-US" altLang="en-US" sz="1800">
                <a:solidFill>
                  <a:schemeClr val="tx1"/>
                </a:solidFill>
                <a:latin typeface="Arial" panose="020B0604020202020204" pitchFamily="34" charset="0"/>
              </a:rPr>
              <a:t>Includes FAQs and troubleshooting for common issues </a:t>
            </a:r>
          </a:p>
          <a:p>
            <a:pPr marL="0" lvl="0" indent="0" eaLnBrk="0" fontAlgn="base" hangingPunct="0">
              <a:lnSpc>
                <a:spcPct val="150000"/>
              </a:lnSpc>
              <a:spcBef>
                <a:spcPct val="0"/>
              </a:spcBef>
              <a:spcAft>
                <a:spcPct val="0"/>
              </a:spcAft>
              <a:buFontTx/>
              <a:buChar char="•"/>
            </a:pPr>
            <a:r>
              <a:rPr lang="en-US" altLang="en-US" sz="1800">
                <a:solidFill>
                  <a:schemeClr val="tx1"/>
                </a:solidFill>
                <a:latin typeface="Arial" panose="020B0604020202020204" pitchFamily="34" charset="0"/>
              </a:rPr>
              <a:t>Designed so </a:t>
            </a:r>
            <a:r>
              <a:rPr lang="en-US" altLang="en-US" sz="1800" b="1">
                <a:solidFill>
                  <a:schemeClr val="tx1"/>
                </a:solidFill>
                <a:latin typeface="Arial" panose="020B0604020202020204" pitchFamily="34" charset="0"/>
              </a:rPr>
              <a:t>new users can navigate and use the platform independently</a:t>
            </a:r>
            <a:endParaRPr lang="en-US" altLang="en-US" sz="180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6" name="Audio 45">
            <a:extLst>
              <a:ext uri="{FF2B5EF4-FFF2-40B4-BE49-F238E27FC236}">
                <a16:creationId xmlns:a16="http://schemas.microsoft.com/office/drawing/2014/main" id="{76BB0E65-4D0E-AE72-1A44-C4525A4EF8C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416176757"/>
      </p:ext>
    </p:extLst>
  </p:cSld>
  <p:clrMapOvr>
    <a:masterClrMapping/>
  </p:clrMapOvr>
  <mc:AlternateContent xmlns:mc="http://schemas.openxmlformats.org/markup-compatibility/2006">
    <mc:Choice xmlns:p14="http://schemas.microsoft.com/office/powerpoint/2010/main" Requires="p14">
      <p:transition spd="slow" p14:dur="2000" advTm="5070"/>
    </mc:Choice>
    <mc:Fallback>
      <p:transition spd="slow" advTm="5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36484D51-D32F-36ED-7648-B8251A086EFF}"/>
              </a:ext>
            </a:extLst>
          </p:cNvPr>
          <p:cNvPicPr>
            <a:picLocks noChangeAspect="1"/>
          </p:cNvPicPr>
          <p:nvPr/>
        </p:nvPicPr>
        <p:blipFill>
          <a:blip r:embed="rId4"/>
          <a:stretch>
            <a:fillRect/>
          </a:stretch>
        </p:blipFill>
        <p:spPr>
          <a:xfrm>
            <a:off x="5109524" y="4478578"/>
            <a:ext cx="4972165" cy="2178700"/>
          </a:xfrm>
          <a:prstGeom prst="rect">
            <a:avLst/>
          </a:prstGeom>
        </p:spPr>
      </p:pic>
      <p:sp>
        <p:nvSpPr>
          <p:cNvPr id="11" name="Text Placeholder 10">
            <a:extLst>
              <a:ext uri="{FF2B5EF4-FFF2-40B4-BE49-F238E27FC236}">
                <a16:creationId xmlns:a16="http://schemas.microsoft.com/office/drawing/2014/main" id="{4B5F5DDE-766F-75B6-7DF1-EFC4108B8B16}"/>
              </a:ext>
            </a:extLst>
          </p:cNvPr>
          <p:cNvSpPr>
            <a:spLocks noGrp="1"/>
          </p:cNvSpPr>
          <p:nvPr>
            <p:ph type="body" idx="1"/>
          </p:nvPr>
        </p:nvSpPr>
        <p:spPr/>
        <p:txBody>
          <a:bodyPr/>
          <a:lstStyle/>
          <a:p>
            <a:r>
              <a:rPr lang="en-US">
                <a:latin typeface="Roboto"/>
                <a:ea typeface="Roboto"/>
                <a:cs typeface="Roboto"/>
              </a:rPr>
              <a:t>Examples of User Feedback</a:t>
            </a:r>
            <a:endParaRPr lang="en-US"/>
          </a:p>
        </p:txBody>
      </p:sp>
      <p:sp>
        <p:nvSpPr>
          <p:cNvPr id="12" name="Content Placeholder 11">
            <a:extLst>
              <a:ext uri="{FF2B5EF4-FFF2-40B4-BE49-F238E27FC236}">
                <a16:creationId xmlns:a16="http://schemas.microsoft.com/office/drawing/2014/main" id="{AF6042DE-EF42-20B8-E6EC-C3DAADA6D9BA}"/>
              </a:ext>
            </a:extLst>
          </p:cNvPr>
          <p:cNvSpPr>
            <a:spLocks noGrp="1"/>
          </p:cNvSpPr>
          <p:nvPr>
            <p:ph sz="half" idx="2"/>
          </p:nvPr>
        </p:nvSpPr>
        <p:spPr/>
        <p:txBody>
          <a:bodyPr vert="horz" lIns="91440" tIns="45720" rIns="91440" bIns="45720" rtlCol="0" anchor="t">
            <a:normAutofit/>
          </a:bodyPr>
          <a:lstStyle/>
          <a:p>
            <a:r>
              <a:rPr lang="en-US" sz="1800">
                <a:latin typeface="Roboto"/>
                <a:ea typeface="Roboto"/>
                <a:cs typeface="Roboto"/>
              </a:rPr>
              <a:t>Difficulty finding navigation menus and user options</a:t>
            </a:r>
          </a:p>
          <a:p>
            <a:r>
              <a:rPr lang="en-US" sz="1800">
                <a:latin typeface="Roboto"/>
                <a:ea typeface="Roboto"/>
                <a:cs typeface="Roboto"/>
              </a:rPr>
              <a:t>Recently claimed products were hard to see</a:t>
            </a:r>
          </a:p>
          <a:p>
            <a:r>
              <a:rPr lang="en-US" sz="1800">
                <a:latin typeface="Roboto"/>
                <a:ea typeface="Roboto"/>
                <a:cs typeface="Roboto"/>
              </a:rPr>
              <a:t>Claims were limited to all-or-nothing</a:t>
            </a:r>
          </a:p>
          <a:p>
            <a:r>
              <a:rPr lang="en-US" sz="1800">
                <a:latin typeface="Roboto"/>
                <a:ea typeface="Roboto"/>
                <a:cs typeface="Roboto"/>
              </a:rPr>
              <a:t>Wanted dashboard stats (e.g., total products) to be interactive</a:t>
            </a:r>
          </a:p>
        </p:txBody>
      </p:sp>
      <p:sp>
        <p:nvSpPr>
          <p:cNvPr id="13" name="Text Placeholder 12">
            <a:extLst>
              <a:ext uri="{FF2B5EF4-FFF2-40B4-BE49-F238E27FC236}">
                <a16:creationId xmlns:a16="http://schemas.microsoft.com/office/drawing/2014/main" id="{5F52E4E0-E511-9F2A-D20C-81B19D94E9F0}"/>
              </a:ext>
            </a:extLst>
          </p:cNvPr>
          <p:cNvSpPr>
            <a:spLocks noGrp="1"/>
          </p:cNvSpPr>
          <p:nvPr>
            <p:ph type="body" sz="quarter" idx="3"/>
          </p:nvPr>
        </p:nvSpPr>
        <p:spPr/>
        <p:txBody>
          <a:bodyPr/>
          <a:lstStyle/>
          <a:p>
            <a:r>
              <a:rPr lang="en-US">
                <a:latin typeface="Roboto"/>
                <a:ea typeface="Roboto"/>
                <a:cs typeface="Roboto"/>
              </a:rPr>
              <a:t>Addressing the Implementation Requests</a:t>
            </a:r>
            <a:endParaRPr lang="en-US"/>
          </a:p>
        </p:txBody>
      </p:sp>
      <p:sp>
        <p:nvSpPr>
          <p:cNvPr id="14" name="Content Placeholder 13">
            <a:extLst>
              <a:ext uri="{FF2B5EF4-FFF2-40B4-BE49-F238E27FC236}">
                <a16:creationId xmlns:a16="http://schemas.microsoft.com/office/drawing/2014/main" id="{F5448916-BB1A-DEC7-BA9A-B6A4C0802AFA}"/>
              </a:ext>
            </a:extLst>
          </p:cNvPr>
          <p:cNvSpPr>
            <a:spLocks noGrp="1"/>
          </p:cNvSpPr>
          <p:nvPr>
            <p:ph sz="quarter" idx="4"/>
          </p:nvPr>
        </p:nvSpPr>
        <p:spPr/>
        <p:txBody>
          <a:bodyPr vert="horz" lIns="91440" tIns="45720" rIns="91440" bIns="45720" rtlCol="0" anchor="t">
            <a:normAutofit/>
          </a:bodyPr>
          <a:lstStyle/>
          <a:p>
            <a:r>
              <a:rPr lang="en-US" sz="1800">
                <a:latin typeface="Roboto"/>
                <a:ea typeface="Roboto"/>
                <a:cs typeface="Roboto"/>
              </a:rPr>
              <a:t>Redesigned navbar into a tabular layout for easier navigation</a:t>
            </a:r>
          </a:p>
          <a:p>
            <a:r>
              <a:rPr lang="en-US" sz="1800">
                <a:latin typeface="Roboto"/>
                <a:ea typeface="Roboto"/>
                <a:cs typeface="Roboto"/>
              </a:rPr>
              <a:t>Added sorting for claims (earliest pickup date, most recently claimed)</a:t>
            </a:r>
            <a:endParaRPr lang="en-US" sz="1800"/>
          </a:p>
          <a:p>
            <a:r>
              <a:rPr lang="en-US" sz="1800">
                <a:latin typeface="Roboto"/>
                <a:ea typeface="Roboto"/>
                <a:cs typeface="Roboto"/>
              </a:rPr>
              <a:t>Implemented partial product claiming</a:t>
            </a:r>
          </a:p>
          <a:p>
            <a:r>
              <a:rPr lang="en-US" sz="1800">
                <a:latin typeface="Roboto"/>
                <a:ea typeface="Roboto"/>
                <a:cs typeface="Roboto"/>
              </a:rPr>
              <a:t>Made dashboard KPI tiles clickable for easier access to product details</a:t>
            </a:r>
            <a:endParaRPr lang="en-US" sz="1800"/>
          </a:p>
        </p:txBody>
      </p:sp>
      <p:sp>
        <p:nvSpPr>
          <p:cNvPr id="2" name="Title 1">
            <a:extLst>
              <a:ext uri="{FF2B5EF4-FFF2-40B4-BE49-F238E27FC236}">
                <a16:creationId xmlns:a16="http://schemas.microsoft.com/office/drawing/2014/main" id="{8AC32E29-6500-F843-5647-8D6EA97E41CE}"/>
              </a:ext>
            </a:extLst>
          </p:cNvPr>
          <p:cNvSpPr>
            <a:spLocks noGrp="1"/>
          </p:cNvSpPr>
          <p:nvPr>
            <p:ph type="title"/>
          </p:nvPr>
        </p:nvSpPr>
        <p:spPr/>
        <p:txBody>
          <a:bodyPr/>
          <a:lstStyle/>
          <a:p>
            <a:r>
              <a:rPr lang="en-US"/>
              <a:t>Feedback and Improvement</a:t>
            </a:r>
          </a:p>
        </p:txBody>
      </p:sp>
      <p:pic>
        <p:nvPicPr>
          <p:cNvPr id="3" name="Picture 2" descr="A screenshot of a computer&#10;&#10;AI-generated content may be incorrect.">
            <a:extLst>
              <a:ext uri="{FF2B5EF4-FFF2-40B4-BE49-F238E27FC236}">
                <a16:creationId xmlns:a16="http://schemas.microsoft.com/office/drawing/2014/main" id="{92BE563F-BE53-AE7A-2982-C61332AF6812}"/>
              </a:ext>
            </a:extLst>
          </p:cNvPr>
          <p:cNvPicPr>
            <a:picLocks noChangeAspect="1"/>
          </p:cNvPicPr>
          <p:nvPr/>
        </p:nvPicPr>
        <p:blipFill>
          <a:blip r:embed="rId5"/>
          <a:stretch>
            <a:fillRect/>
          </a:stretch>
        </p:blipFill>
        <p:spPr>
          <a:xfrm>
            <a:off x="473611" y="4645732"/>
            <a:ext cx="3909382" cy="2065089"/>
          </a:xfrm>
          <a:prstGeom prst="rect">
            <a:avLst/>
          </a:prstGeom>
        </p:spPr>
      </p:pic>
      <p:pic>
        <p:nvPicPr>
          <p:cNvPr id="6" name="Record (online-voice-recorder.com)-[AudioTrimmer.com]">
            <a:hlinkClick r:id="" action="ppaction://media"/>
            <a:extLst>
              <a:ext uri="{FF2B5EF4-FFF2-40B4-BE49-F238E27FC236}">
                <a16:creationId xmlns:a16="http://schemas.microsoft.com/office/drawing/2014/main" id="{5103933B-3FEA-2350-8B2F-3B4CD91284B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691064" y="4832290"/>
            <a:ext cx="730250" cy="730250"/>
          </a:xfrm>
          <a:prstGeom prst="rect">
            <a:avLst/>
          </a:prstGeom>
        </p:spPr>
      </p:pic>
    </p:spTree>
    <p:extLst>
      <p:ext uri="{BB962C8B-B14F-4D97-AF65-F5344CB8AC3E}">
        <p14:creationId xmlns:p14="http://schemas.microsoft.com/office/powerpoint/2010/main" val="33591924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nextCondLst>
                <p:cond evt="onClick" delay="0">
                  <p:tgtEl>
                    <p:spTgt spid="6"/>
                  </p:tgtEl>
                </p:cond>
              </p:nextCondLst>
            </p:seq>
            <p:audio>
              <p:cMediaNode>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82CA7B-348B-6385-A6B3-E1620222BCD3}"/>
              </a:ext>
            </a:extLst>
          </p:cNvPr>
          <p:cNvSpPr>
            <a:spLocks noGrp="1"/>
          </p:cNvSpPr>
          <p:nvPr>
            <p:ph type="title"/>
          </p:nvPr>
        </p:nvSpPr>
        <p:spPr/>
        <p:txBody>
          <a:bodyPr/>
          <a:lstStyle/>
          <a:p>
            <a:r>
              <a:rPr lang="en-US">
                <a:latin typeface="Roboto"/>
                <a:ea typeface="Roboto"/>
                <a:cs typeface="Roboto"/>
              </a:rPr>
              <a:t>More Visual Evidence of Feedback Improvements</a:t>
            </a:r>
            <a:endParaRPr lang="en-US"/>
          </a:p>
        </p:txBody>
      </p:sp>
      <p:pic>
        <p:nvPicPr>
          <p:cNvPr id="7" name="Picture 6" descr="A screenshot of a computer&#10;&#10;AI-generated content may be incorrect.">
            <a:extLst>
              <a:ext uri="{FF2B5EF4-FFF2-40B4-BE49-F238E27FC236}">
                <a16:creationId xmlns:a16="http://schemas.microsoft.com/office/drawing/2014/main" id="{C27BD7EA-3006-FC2E-DF77-5066CCAE3935}"/>
              </a:ext>
            </a:extLst>
          </p:cNvPr>
          <p:cNvPicPr>
            <a:picLocks noChangeAspect="1"/>
          </p:cNvPicPr>
          <p:nvPr/>
        </p:nvPicPr>
        <p:blipFill>
          <a:blip r:embed="rId4"/>
          <a:stretch>
            <a:fillRect/>
          </a:stretch>
        </p:blipFill>
        <p:spPr>
          <a:xfrm>
            <a:off x="2113288" y="1214494"/>
            <a:ext cx="7680822" cy="3602746"/>
          </a:xfrm>
          <a:prstGeom prst="rect">
            <a:avLst/>
          </a:prstGeom>
        </p:spPr>
      </p:pic>
      <p:pic>
        <p:nvPicPr>
          <p:cNvPr id="8" name="Picture 7" descr="A screen shot of a computer screen&#10;&#10;AI-generated content may be incorrect.">
            <a:extLst>
              <a:ext uri="{FF2B5EF4-FFF2-40B4-BE49-F238E27FC236}">
                <a16:creationId xmlns:a16="http://schemas.microsoft.com/office/drawing/2014/main" id="{DBEA3E5F-0AE8-7B37-EB24-5E62FD91B3FC}"/>
              </a:ext>
            </a:extLst>
          </p:cNvPr>
          <p:cNvPicPr>
            <a:picLocks noChangeAspect="1"/>
          </p:cNvPicPr>
          <p:nvPr/>
        </p:nvPicPr>
        <p:blipFill>
          <a:blip r:embed="rId5"/>
          <a:stretch>
            <a:fillRect/>
          </a:stretch>
        </p:blipFill>
        <p:spPr>
          <a:xfrm>
            <a:off x="3610720" y="5108843"/>
            <a:ext cx="4676775" cy="1028700"/>
          </a:xfrm>
          <a:prstGeom prst="rect">
            <a:avLst/>
          </a:prstGeom>
        </p:spPr>
      </p:pic>
      <p:pic>
        <p:nvPicPr>
          <p:cNvPr id="3" name="Record (online-voice-recorder.com) (1)-[AudioTrimmer.com]">
            <a:hlinkClick r:id="" action="ppaction://media"/>
            <a:extLst>
              <a:ext uri="{FF2B5EF4-FFF2-40B4-BE49-F238E27FC236}">
                <a16:creationId xmlns:a16="http://schemas.microsoft.com/office/drawing/2014/main" id="{A2BF52C2-23F8-85B4-CBD8-389B2C682EE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417894" y="5105460"/>
            <a:ext cx="730250" cy="730250"/>
          </a:xfrm>
          <a:prstGeom prst="rect">
            <a:avLst/>
          </a:prstGeom>
        </p:spPr>
      </p:pic>
    </p:spTree>
    <p:extLst>
      <p:ext uri="{BB962C8B-B14F-4D97-AF65-F5344CB8AC3E}">
        <p14:creationId xmlns:p14="http://schemas.microsoft.com/office/powerpoint/2010/main" val="9098842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nextCondLst>
                <p:cond evt="onClick" delay="0">
                  <p:tgtEl>
                    <p:spTgt spid="3"/>
                  </p:tgtEl>
                </p:cond>
              </p:nextCondLst>
            </p:seq>
            <p:audio>
              <p:cMediaNode>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Title Page">
  <a:themeElements>
    <a:clrScheme name="Custom 1">
      <a:dk1>
        <a:srgbClr val="003057"/>
      </a:dk1>
      <a:lt1>
        <a:srgbClr val="FFFFFF"/>
      </a:lt1>
      <a:dk2>
        <a:srgbClr val="545859"/>
      </a:dk2>
      <a:lt2>
        <a:srgbClr val="D6DBD3"/>
      </a:lt2>
      <a:accent1>
        <a:srgbClr val="B3A369"/>
      </a:accent1>
      <a:accent2>
        <a:srgbClr val="64CCC9"/>
      </a:accent2>
      <a:accent3>
        <a:srgbClr val="A3D233"/>
      </a:accent3>
      <a:accent4>
        <a:srgbClr val="EAAA00"/>
      </a:accent4>
      <a:accent5>
        <a:srgbClr val="008C95"/>
      </a:accent5>
      <a:accent6>
        <a:srgbClr val="7800FF"/>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2.xml><?xml version="1.0" encoding="utf-8"?>
<a:theme xmlns:a="http://schemas.openxmlformats.org/drawingml/2006/main" name="Dividers">
  <a:themeElements>
    <a:clrScheme name="GA Tech 2021">
      <a:dk1>
        <a:srgbClr val="003057"/>
      </a:dk1>
      <a:lt1>
        <a:srgbClr val="FFFFFF"/>
      </a:lt1>
      <a:dk2>
        <a:srgbClr val="545859"/>
      </a:dk2>
      <a:lt2>
        <a:srgbClr val="D6DBD3"/>
      </a:lt2>
      <a:accent1>
        <a:srgbClr val="EAAA00"/>
      </a:accent1>
      <a:accent2>
        <a:srgbClr val="64CCC9"/>
      </a:accent2>
      <a:accent3>
        <a:srgbClr val="A3D233"/>
      </a:accent3>
      <a:accent4>
        <a:srgbClr val="7800FF"/>
      </a:accent4>
      <a:accent5>
        <a:srgbClr val="008C95"/>
      </a:accent5>
      <a:accent6>
        <a:srgbClr val="E04F38"/>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3.xml><?xml version="1.0" encoding="utf-8"?>
<a:theme xmlns:a="http://schemas.openxmlformats.org/drawingml/2006/main" name="Content Page">
  <a:themeElements>
    <a:clrScheme name="GT Theme">
      <a:dk1>
        <a:srgbClr val="003057"/>
      </a:dk1>
      <a:lt1>
        <a:srgbClr val="FFFFFF"/>
      </a:lt1>
      <a:dk2>
        <a:srgbClr val="545859"/>
      </a:dk2>
      <a:lt2>
        <a:srgbClr val="D6DBD3"/>
      </a:lt2>
      <a:accent1>
        <a:srgbClr val="B3A369"/>
      </a:accent1>
      <a:accent2>
        <a:srgbClr val="003057"/>
      </a:accent2>
      <a:accent3>
        <a:srgbClr val="54585A"/>
      </a:accent3>
      <a:accent4>
        <a:srgbClr val="D6DBD4"/>
      </a:accent4>
      <a:accent5>
        <a:srgbClr val="F9F6E5"/>
      </a:accent5>
      <a:accent6>
        <a:srgbClr val="EAAA0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georgia-tech-ppt-2022-rev</Template>
  <Application>Microsoft Office PowerPoint</Application>
  <PresentationFormat>Widescreen</PresentationFormat>
  <Slides>13</Slides>
  <Notes>3</Notes>
  <HiddenSlides>0</HiddenSlides>
  <ScaleCrop>false</ScaleCrop>
  <HeadingPairs>
    <vt:vector size="4" baseType="variant">
      <vt:variant>
        <vt:lpstr>Theme</vt:lpstr>
      </vt:variant>
      <vt:variant>
        <vt:i4>3</vt:i4>
      </vt:variant>
      <vt:variant>
        <vt:lpstr>Slide Titles</vt:lpstr>
      </vt:variant>
      <vt:variant>
        <vt:i4>13</vt:i4>
      </vt:variant>
    </vt:vector>
  </HeadingPairs>
  <TitlesOfParts>
    <vt:vector size="16" baseType="lpstr">
      <vt:lpstr>Title Page</vt:lpstr>
      <vt:lpstr>Dividers</vt:lpstr>
      <vt:lpstr>Content Page</vt:lpstr>
      <vt:lpstr>Atlanta Food Consortium</vt:lpstr>
      <vt:lpstr>Background</vt:lpstr>
      <vt:lpstr>Project Chronology </vt:lpstr>
      <vt:lpstr>Course Principles </vt:lpstr>
      <vt:lpstr>Screenshots</vt:lpstr>
      <vt:lpstr>Admin Dashboard</vt:lpstr>
      <vt:lpstr>Supplier Dashboard</vt:lpstr>
      <vt:lpstr>Nonprofit Dashboard</vt:lpstr>
      <vt:lpstr>Discussions &amp; Announcements</vt:lpstr>
      <vt:lpstr>Removal of Sensitive Data</vt:lpstr>
      <vt:lpstr>User Documentation</vt:lpstr>
      <vt:lpstr>Feedback and Improvement</vt:lpstr>
      <vt:lpstr>More Visual Evidence of Feedback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Hicks, Kierstin A</dc:creator>
  <cp:revision>1</cp:revision>
  <dcterms:created xsi:type="dcterms:W3CDTF">2026-04-10T16:46:54Z</dcterms:created>
  <dcterms:modified xsi:type="dcterms:W3CDTF">2026-04-13T02:24:25Z</dcterms:modified>
</cp:coreProperties>
</file>